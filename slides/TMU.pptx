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exend"/>
      <p:regular r:id="rId22"/>
      <p:bold r:id="rId23"/>
    </p:embeddedFont>
    <p:embeddedFont>
      <p:font typeface="Manjari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-regular.fntdata"/><Relationship Id="rId21" Type="http://schemas.openxmlformats.org/officeDocument/2006/relationships/slide" Target="slides/slide16.xml"/><Relationship Id="rId24" Type="http://schemas.openxmlformats.org/officeDocument/2006/relationships/font" Target="fonts/Manjari-regular.fntdata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anjari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20f41e19245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20f41e19245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d1bf8d60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d1bf8d60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20f41e192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20f41e19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12fc2de9d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12fc2de9d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deb495897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3deb49589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d1bf8d60a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d1bf8d60a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d1bf8d60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d1bf8d60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deb495897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3deb495897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3deb495897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3deb495897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20f41e1924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20f41e192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d1bf8d60a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d1bf8d60a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deb495897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3deb495897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d1bf8d60a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d1bf8d60a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20f41e19245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20f41e19245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deb495897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3deb495897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slidesgo.com/fr/" TargetMode="External"/><Relationship Id="rId4" Type="http://schemas.openxmlformats.org/officeDocument/2006/relationships/hyperlink" Target="https://www.flaticon.com/fr/" TargetMode="External"/><Relationship Id="rId5" Type="http://schemas.openxmlformats.org/officeDocument/2006/relationships/hyperlink" Target="https://fr.freepik.com/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4718095" y="472054"/>
            <a:ext cx="101875" cy="134875"/>
            <a:chOff x="3928495" y="333391"/>
            <a:chExt cx="101875" cy="1348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02343" y="-216228"/>
            <a:ext cx="8657567" cy="5537627"/>
            <a:chOff x="202343" y="-216228"/>
            <a:chExt cx="8657567" cy="5537627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495055" y="4312458"/>
              <a:ext cx="2156910" cy="506908"/>
              <a:chOff x="4891825" y="3495059"/>
              <a:chExt cx="1351193" cy="317552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8328721" y="-57203"/>
              <a:ext cx="204128" cy="1115878"/>
              <a:chOff x="6605329" y="191675"/>
              <a:chExt cx="127876" cy="69904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>
              <a:off x="4148615" y="-158755"/>
              <a:ext cx="1493520" cy="615774"/>
              <a:chOff x="5301012" y="396272"/>
              <a:chExt cx="935614" cy="385751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983733" y="132957"/>
              <a:ext cx="1064856" cy="813093"/>
              <a:chOff x="3843246" y="357910"/>
              <a:chExt cx="667078" cy="509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202343" y="-216228"/>
              <a:ext cx="1337026" cy="826702"/>
              <a:chOff x="3421261" y="191675"/>
              <a:chExt cx="837578" cy="517886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8240578" y="3983385"/>
              <a:ext cx="619332" cy="1338013"/>
              <a:chOff x="6850421" y="775628"/>
              <a:chExt cx="398541" cy="861012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4718095" y="4438582"/>
              <a:ext cx="1064856" cy="813093"/>
              <a:chOff x="3843246" y="357910"/>
              <a:chExt cx="667078" cy="509361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538050" y="4042437"/>
            <a:ext cx="445675" cy="119073"/>
            <a:chOff x="3578973" y="2550931"/>
            <a:chExt cx="279193" cy="74593"/>
          </a:xfrm>
        </p:grpSpPr>
        <p:sp>
          <p:nvSpPr>
            <p:cNvPr id="51" name="Google Shape;51;p2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7203137" y="4819370"/>
            <a:ext cx="656605" cy="119073"/>
            <a:chOff x="6468929" y="3844579"/>
            <a:chExt cx="411329" cy="74593"/>
          </a:xfrm>
        </p:grpSpPr>
        <p:sp>
          <p:nvSpPr>
            <p:cNvPr id="62" name="Google Shape;62;p2"/>
            <p:cNvSpPr/>
            <p:nvPr/>
          </p:nvSpPr>
          <p:spPr>
            <a:xfrm>
              <a:off x="6814190" y="3848841"/>
              <a:ext cx="66069" cy="66068"/>
            </a:xfrm>
            <a:custGeom>
              <a:rect b="b" l="l" r="r" t="t"/>
              <a:pathLst>
                <a:path extrusionOk="0" h="29" w="29">
                  <a:moveTo>
                    <a:pt x="2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2"/>
                    <a:pt x="7" y="29"/>
                    <a:pt x="14" y="29"/>
                  </a:cubicBez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9"/>
                    <a:pt x="9" y="4"/>
                    <a:pt x="14" y="4"/>
                  </a:cubicBezTo>
                  <a:cubicBezTo>
                    <a:pt x="20" y="4"/>
                    <a:pt x="25" y="9"/>
                    <a:pt x="25" y="14"/>
                  </a:cubicBezTo>
                  <a:cubicBezTo>
                    <a:pt x="25" y="20"/>
                    <a:pt x="20" y="25"/>
                    <a:pt x="14" y="25"/>
                  </a:cubicBezTo>
                  <a:cubicBezTo>
                    <a:pt x="9" y="25"/>
                    <a:pt x="4" y="20"/>
                    <a:pt x="4" y="14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75324" y="3876548"/>
              <a:ext cx="343130" cy="8525"/>
            </a:xfrm>
            <a:custGeom>
              <a:rect b="b" l="l" r="r" t="t"/>
              <a:pathLst>
                <a:path extrusionOk="0" h="4" w="161">
                  <a:moveTo>
                    <a:pt x="16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61" y="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468929" y="3844579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871550" y="-1016375"/>
            <a:ext cx="10667200" cy="7297950"/>
            <a:chOff x="-871550" y="-1016375"/>
            <a:chExt cx="10667200" cy="7297950"/>
          </a:xfrm>
        </p:grpSpPr>
        <p:sp>
          <p:nvSpPr>
            <p:cNvPr id="66" name="Google Shape;66;p2"/>
            <p:cNvSpPr/>
            <p:nvPr/>
          </p:nvSpPr>
          <p:spPr>
            <a:xfrm>
              <a:off x="-387625" y="18643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871550" y="21107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2350025" y="5519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78945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83784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72" name="Google Shape;72;p2"/>
          <p:cNvSpPr txBox="1"/>
          <p:nvPr>
            <p:ph type="ctrTitle"/>
          </p:nvPr>
        </p:nvSpPr>
        <p:spPr>
          <a:xfrm>
            <a:off x="1940848" y="1481275"/>
            <a:ext cx="5262300" cy="158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3" name="Google Shape;73;p2"/>
          <p:cNvSpPr txBox="1"/>
          <p:nvPr>
            <p:ph idx="1" type="subTitle"/>
          </p:nvPr>
        </p:nvSpPr>
        <p:spPr>
          <a:xfrm>
            <a:off x="1940825" y="3117900"/>
            <a:ext cx="5262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3"/>
          <p:cNvGrpSpPr/>
          <p:nvPr/>
        </p:nvGrpSpPr>
        <p:grpSpPr>
          <a:xfrm>
            <a:off x="-871550" y="-1016375"/>
            <a:ext cx="11081975" cy="6703400"/>
            <a:chOff x="-871550" y="-1016375"/>
            <a:chExt cx="11081975" cy="6703400"/>
          </a:xfrm>
        </p:grpSpPr>
        <p:sp>
          <p:nvSpPr>
            <p:cNvPr id="77" name="Google Shape;77;p3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44821" y="-576378"/>
            <a:ext cx="8262669" cy="6318414"/>
            <a:chOff x="744821" y="-576378"/>
            <a:chExt cx="8262669" cy="6318414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3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3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3"/>
          <p:cNvGrpSpPr/>
          <p:nvPr/>
        </p:nvGrpSpPr>
        <p:grpSpPr>
          <a:xfrm>
            <a:off x="2046988" y="4799750"/>
            <a:ext cx="130200" cy="126125"/>
            <a:chOff x="3935725" y="167575"/>
            <a:chExt cx="130200" cy="126125"/>
          </a:xfrm>
        </p:grpSpPr>
        <p:sp>
          <p:nvSpPr>
            <p:cNvPr id="114" name="Google Shape;114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8845345" y="4235716"/>
            <a:ext cx="101875" cy="134875"/>
            <a:chOff x="3928495" y="333391"/>
            <a:chExt cx="101875" cy="134875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3"/>
          <p:cNvGrpSpPr/>
          <p:nvPr/>
        </p:nvGrpSpPr>
        <p:grpSpPr>
          <a:xfrm>
            <a:off x="133075" y="1443037"/>
            <a:ext cx="445675" cy="119073"/>
            <a:chOff x="3578973" y="2550931"/>
            <a:chExt cx="279193" cy="74593"/>
          </a:xfrm>
        </p:grpSpPr>
        <p:sp>
          <p:nvSpPr>
            <p:cNvPr id="128" name="Google Shape;128;p3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50575" y="293088"/>
            <a:ext cx="130200" cy="126125"/>
            <a:chOff x="3935725" y="167575"/>
            <a:chExt cx="130200" cy="126125"/>
          </a:xfrm>
        </p:grpSpPr>
        <p:sp>
          <p:nvSpPr>
            <p:cNvPr id="139" name="Google Shape;139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142" name="Google Shape;142;p3"/>
          <p:cNvSpPr txBox="1"/>
          <p:nvPr>
            <p:ph type="title"/>
          </p:nvPr>
        </p:nvSpPr>
        <p:spPr>
          <a:xfrm>
            <a:off x="1653000" y="2440950"/>
            <a:ext cx="5838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3"/>
          <p:cNvSpPr txBox="1"/>
          <p:nvPr>
            <p:ph hasCustomPrompt="1" idx="2" type="title"/>
          </p:nvPr>
        </p:nvSpPr>
        <p:spPr>
          <a:xfrm>
            <a:off x="3720750" y="1181250"/>
            <a:ext cx="1702500" cy="1038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4" name="Google Shape;144;p3"/>
          <p:cNvSpPr txBox="1"/>
          <p:nvPr>
            <p:ph idx="1" type="subTitle"/>
          </p:nvPr>
        </p:nvSpPr>
        <p:spPr>
          <a:xfrm>
            <a:off x="1653000" y="3227290"/>
            <a:ext cx="583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4"/>
          <p:cNvGrpSpPr/>
          <p:nvPr/>
        </p:nvGrpSpPr>
        <p:grpSpPr>
          <a:xfrm>
            <a:off x="-995975" y="-1108125"/>
            <a:ext cx="11299300" cy="7403525"/>
            <a:chOff x="-995975" y="-1108125"/>
            <a:chExt cx="11299300" cy="7403525"/>
          </a:xfrm>
        </p:grpSpPr>
        <p:sp>
          <p:nvSpPr>
            <p:cNvPr id="148" name="Google Shape;148;p4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-790820" y="-32167"/>
            <a:ext cx="10389925" cy="4945602"/>
            <a:chOff x="-790820" y="-32167"/>
            <a:chExt cx="10389925" cy="4945602"/>
          </a:xfrm>
        </p:grpSpPr>
        <p:grpSp>
          <p:nvGrpSpPr>
            <p:cNvPr id="155" name="Google Shape;155;p4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4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4"/>
          <p:cNvGrpSpPr/>
          <p:nvPr/>
        </p:nvGrpSpPr>
        <p:grpSpPr>
          <a:xfrm>
            <a:off x="369575" y="190012"/>
            <a:ext cx="8370163" cy="4726098"/>
            <a:chOff x="369575" y="190012"/>
            <a:chExt cx="8370163" cy="4726098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89" name="Google Shape;189;p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90" name="Google Shape;190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" name="Google Shape;192;p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" name="Google Shape;195;p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96" name="Google Shape;196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" name="Google Shape;198;p4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02" name="Google Shape;202;p4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4" name="Google Shape;214;p4"/>
          <p:cNvSpPr txBox="1"/>
          <p:nvPr>
            <p:ph idx="1" type="body"/>
          </p:nvPr>
        </p:nvSpPr>
        <p:spPr>
          <a:xfrm>
            <a:off x="720000" y="1215751"/>
            <a:ext cx="7704000" cy="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5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5"/>
          <p:cNvSpPr txBox="1"/>
          <p:nvPr>
            <p:ph idx="1" type="subTitle"/>
          </p:nvPr>
        </p:nvSpPr>
        <p:spPr>
          <a:xfrm>
            <a:off x="4949161" y="2479351"/>
            <a:ext cx="2678100" cy="1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9" name="Google Shape;219;p5"/>
          <p:cNvSpPr txBox="1"/>
          <p:nvPr>
            <p:ph idx="2" type="subTitle"/>
          </p:nvPr>
        </p:nvSpPr>
        <p:spPr>
          <a:xfrm>
            <a:off x="1516738" y="2479350"/>
            <a:ext cx="2678100" cy="11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" name="Google Shape;220;p5"/>
          <p:cNvSpPr txBox="1"/>
          <p:nvPr>
            <p:ph idx="3" type="subTitle"/>
          </p:nvPr>
        </p:nvSpPr>
        <p:spPr>
          <a:xfrm>
            <a:off x="4949152" y="2160751"/>
            <a:ext cx="2678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1" name="Google Shape;221;p5"/>
          <p:cNvSpPr txBox="1"/>
          <p:nvPr>
            <p:ph idx="4" type="subTitle"/>
          </p:nvPr>
        </p:nvSpPr>
        <p:spPr>
          <a:xfrm>
            <a:off x="1516737" y="2160750"/>
            <a:ext cx="26781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222" name="Google Shape;222;p5"/>
          <p:cNvGrpSpPr/>
          <p:nvPr/>
        </p:nvGrpSpPr>
        <p:grpSpPr>
          <a:xfrm>
            <a:off x="-1056525" y="-1016375"/>
            <a:ext cx="11531200" cy="6703400"/>
            <a:chOff x="-1056525" y="-1016375"/>
            <a:chExt cx="11531200" cy="6703400"/>
          </a:xfrm>
        </p:grpSpPr>
        <p:sp>
          <p:nvSpPr>
            <p:cNvPr id="223" name="Google Shape;223;p5"/>
            <p:cNvSpPr/>
            <p:nvPr/>
          </p:nvSpPr>
          <p:spPr>
            <a:xfrm>
              <a:off x="-70397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-10565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 rot="5400000">
              <a:off x="-1184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 rot="5400000">
              <a:off x="55314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 rot="10800000">
              <a:off x="8573550" y="367006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 rot="10800000">
              <a:off x="9057475" y="3423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-527805" y="-670853"/>
            <a:ext cx="10232769" cy="6744764"/>
            <a:chOff x="-527805" y="-670853"/>
            <a:chExt cx="10232769" cy="6744764"/>
          </a:xfrm>
        </p:grpSpPr>
        <p:grpSp>
          <p:nvGrpSpPr>
            <p:cNvPr id="230" name="Google Shape;230;p5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231" name="Google Shape;231;p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5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5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5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7528218" y="-369678"/>
              <a:ext cx="1337026" cy="826702"/>
              <a:chOff x="3421261" y="191675"/>
              <a:chExt cx="837578" cy="5178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5"/>
          <p:cNvGrpSpPr/>
          <p:nvPr/>
        </p:nvGrpSpPr>
        <p:grpSpPr>
          <a:xfrm>
            <a:off x="160162" y="293088"/>
            <a:ext cx="8848706" cy="4568938"/>
            <a:chOff x="160162" y="293088"/>
            <a:chExt cx="8848706" cy="4568938"/>
          </a:xfrm>
        </p:grpSpPr>
        <p:grpSp>
          <p:nvGrpSpPr>
            <p:cNvPr id="260" name="Google Shape;260;p5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261" name="Google Shape;26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269" name="Google Shape;269;p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270" name="Google Shape;270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2" name="Google Shape;272;p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273" name="Google Shape;273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276" name="Google Shape;276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" name="Google Shape;278;p5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279" name="Google Shape;279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5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290" name="Google Shape;290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5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301" name="Google Shape;30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04" name="Google Shape;304;p5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305" name="Google Shape;30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1" name="Google Shape;311;p6"/>
          <p:cNvGrpSpPr/>
          <p:nvPr/>
        </p:nvGrpSpPr>
        <p:grpSpPr>
          <a:xfrm>
            <a:off x="-1163337" y="-618326"/>
            <a:ext cx="11346400" cy="6862425"/>
            <a:chOff x="-1163337" y="-618326"/>
            <a:chExt cx="11346400" cy="6862425"/>
          </a:xfrm>
        </p:grpSpPr>
        <p:sp>
          <p:nvSpPr>
            <p:cNvPr id="312" name="Google Shape;312;p6"/>
            <p:cNvSpPr/>
            <p:nvPr/>
          </p:nvSpPr>
          <p:spPr>
            <a:xfrm rot="10800000">
              <a:off x="8765863" y="394477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 rot="-5400000">
              <a:off x="8004163" y="37174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 rot="-5400000">
              <a:off x="412538" y="5482399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898087" y="79886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163337" y="1045299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17" name="Google Shape;317;p6"/>
          <p:cNvGrpSpPr/>
          <p:nvPr/>
        </p:nvGrpSpPr>
        <p:grpSpPr>
          <a:xfrm>
            <a:off x="380020" y="153613"/>
            <a:ext cx="8609555" cy="4774098"/>
            <a:chOff x="380020" y="153613"/>
            <a:chExt cx="8609555" cy="4774098"/>
          </a:xfrm>
        </p:grpSpPr>
        <p:grpSp>
          <p:nvGrpSpPr>
            <p:cNvPr id="318" name="Google Shape;318;p6"/>
            <p:cNvGrpSpPr/>
            <p:nvPr/>
          </p:nvGrpSpPr>
          <p:grpSpPr>
            <a:xfrm flipH="1" rot="10800000">
              <a:off x="8859375" y="1541524"/>
              <a:ext cx="130200" cy="126125"/>
              <a:chOff x="3935725" y="167575"/>
              <a:chExt cx="130200" cy="126125"/>
            </a:xfrm>
          </p:grpSpPr>
          <p:sp>
            <p:nvSpPr>
              <p:cNvPr id="319" name="Google Shape;319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22" name="Google Shape;322;p6"/>
            <p:cNvGrpSpPr/>
            <p:nvPr/>
          </p:nvGrpSpPr>
          <p:grpSpPr>
            <a:xfrm flipH="1" rot="10800000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323" name="Google Shape;323;p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324" name="Google Shape;324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" name="Google Shape;326;p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327" name="Google Shape;327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" name="Google Shape;329;p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330" name="Google Shape;330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32" name="Google Shape;332;p6"/>
            <p:cNvGrpSpPr/>
            <p:nvPr/>
          </p:nvGrpSpPr>
          <p:grpSpPr>
            <a:xfrm flipH="1" rot="10800000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 flipH="1" rot="10800000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47" name="Google Shape;347;p6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348" name="Google Shape;348;p6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6"/>
          <p:cNvGrpSpPr/>
          <p:nvPr/>
        </p:nvGrpSpPr>
        <p:grpSpPr>
          <a:xfrm>
            <a:off x="-1564470" y="-972175"/>
            <a:ext cx="10887664" cy="6918889"/>
            <a:chOff x="-1564470" y="-972175"/>
            <a:chExt cx="10887664" cy="6918889"/>
          </a:xfrm>
        </p:grpSpPr>
        <p:grpSp>
          <p:nvGrpSpPr>
            <p:cNvPr id="352" name="Google Shape;352;p6"/>
            <p:cNvGrpSpPr/>
            <p:nvPr/>
          </p:nvGrpSpPr>
          <p:grpSpPr>
            <a:xfrm flipH="1" rot="10800000">
              <a:off x="6888396" y="4830837"/>
              <a:ext cx="204128" cy="1115878"/>
              <a:chOff x="6605329" y="191675"/>
              <a:chExt cx="127876" cy="699040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6"/>
            <p:cNvGrpSpPr/>
            <p:nvPr/>
          </p:nvGrpSpPr>
          <p:grpSpPr>
            <a:xfrm>
              <a:off x="6735165" y="-510145"/>
              <a:ext cx="1493520" cy="615774"/>
              <a:chOff x="5301012" y="396272"/>
              <a:chExt cx="935614" cy="385751"/>
            </a:xfrm>
          </p:grpSpPr>
          <p:sp>
            <p:nvSpPr>
              <p:cNvPr id="356" name="Google Shape;356;p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 flipH="1" rot="10800000">
              <a:off x="7037958" y="-447252"/>
              <a:ext cx="1064856" cy="813093"/>
              <a:chOff x="3843246" y="357910"/>
              <a:chExt cx="667078" cy="509361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6"/>
            <p:cNvGrpSpPr/>
            <p:nvPr/>
          </p:nvGrpSpPr>
          <p:grpSpPr>
            <a:xfrm flipH="1" rot="10800000">
              <a:off x="7986168" y="4717838"/>
              <a:ext cx="1337026" cy="826702"/>
              <a:chOff x="3421261" y="191675"/>
              <a:chExt cx="837578" cy="517886"/>
            </a:xfrm>
          </p:grpSpPr>
          <p:sp>
            <p:nvSpPr>
              <p:cNvPr id="364" name="Google Shape;364;p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 flipH="1" rot="10800000">
              <a:off x="-1564470" y="3497996"/>
              <a:ext cx="2156910" cy="506908"/>
              <a:chOff x="4891825" y="3495059"/>
              <a:chExt cx="1351193" cy="317552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6"/>
            <p:cNvGrpSpPr/>
            <p:nvPr/>
          </p:nvGrpSpPr>
          <p:grpSpPr>
            <a:xfrm rot="10800000">
              <a:off x="912053" y="-972175"/>
              <a:ext cx="619332" cy="1338013"/>
              <a:chOff x="6850421" y="775628"/>
              <a:chExt cx="398541" cy="861012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7"/>
          <p:cNvSpPr txBox="1"/>
          <p:nvPr>
            <p:ph idx="1" type="subTitle"/>
          </p:nvPr>
        </p:nvSpPr>
        <p:spPr>
          <a:xfrm>
            <a:off x="720000" y="1584375"/>
            <a:ext cx="3669600" cy="24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80" name="Google Shape;38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1" name="Google Shape;381;p7"/>
          <p:cNvGrpSpPr/>
          <p:nvPr/>
        </p:nvGrpSpPr>
        <p:grpSpPr>
          <a:xfrm>
            <a:off x="-995975" y="-1108125"/>
            <a:ext cx="11299300" cy="7403525"/>
            <a:chOff x="-995975" y="-1108125"/>
            <a:chExt cx="11299300" cy="7403525"/>
          </a:xfrm>
        </p:grpSpPr>
        <p:sp>
          <p:nvSpPr>
            <p:cNvPr id="382" name="Google Shape;382;p7"/>
            <p:cNvSpPr/>
            <p:nvPr/>
          </p:nvSpPr>
          <p:spPr>
            <a:xfrm flipH="1">
              <a:off x="840220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3" name="Google Shape;383;p7"/>
            <p:cNvSpPr/>
            <p:nvPr/>
          </p:nvSpPr>
          <p:spPr>
            <a:xfrm flipH="1">
              <a:off x="888612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 flipH="1">
              <a:off x="-99597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5" name="Google Shape;385;p7"/>
            <p:cNvSpPr/>
            <p:nvPr/>
          </p:nvSpPr>
          <p:spPr>
            <a:xfrm flipH="1">
              <a:off x="-71940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6" name="Google Shape;386;p7"/>
            <p:cNvSpPr/>
            <p:nvPr/>
          </p:nvSpPr>
          <p:spPr>
            <a:xfrm flipH="1" rot="-5400000">
              <a:off x="8045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 flipH="1" rot="-5400000">
              <a:off x="66303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-291756" y="-32167"/>
            <a:ext cx="10389925" cy="4945602"/>
            <a:chOff x="-291756" y="-32167"/>
            <a:chExt cx="10389925" cy="4945602"/>
          </a:xfrm>
        </p:grpSpPr>
        <p:grpSp>
          <p:nvGrpSpPr>
            <p:cNvPr id="389" name="Google Shape;389;p7"/>
            <p:cNvGrpSpPr/>
            <p:nvPr/>
          </p:nvGrpSpPr>
          <p:grpSpPr>
            <a:xfrm flipH="1" rot="-5400000">
              <a:off x="-320951" y="3974459"/>
              <a:ext cx="1064856" cy="813093"/>
              <a:chOff x="3843246" y="357910"/>
              <a:chExt cx="667078" cy="509361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 flipH="1" rot="-5400000">
              <a:off x="-546918" y="3526701"/>
              <a:ext cx="1337026" cy="826702"/>
              <a:chOff x="3421261" y="191675"/>
              <a:chExt cx="837578" cy="517886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7"/>
            <p:cNvGrpSpPr/>
            <p:nvPr/>
          </p:nvGrpSpPr>
          <p:grpSpPr>
            <a:xfrm flipH="1">
              <a:off x="7941260" y="-32167"/>
              <a:ext cx="2156910" cy="506908"/>
              <a:chOff x="4891825" y="3495059"/>
              <a:chExt cx="1351193" cy="317552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7"/>
            <p:cNvGrpSpPr/>
            <p:nvPr/>
          </p:nvGrpSpPr>
          <p:grpSpPr>
            <a:xfrm flipH="1" rot="5400000">
              <a:off x="9308552" y="3557422"/>
              <a:ext cx="204128" cy="1115878"/>
              <a:chOff x="6605329" y="191675"/>
              <a:chExt cx="127876" cy="699040"/>
            </a:xfrm>
          </p:grpSpPr>
          <p:sp>
            <p:nvSpPr>
              <p:cNvPr id="404" name="Google Shape;404;p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6" name="Google Shape;406;p7"/>
          <p:cNvGrpSpPr/>
          <p:nvPr/>
        </p:nvGrpSpPr>
        <p:grpSpPr>
          <a:xfrm>
            <a:off x="567613" y="190012"/>
            <a:ext cx="8370163" cy="4726098"/>
            <a:chOff x="567613" y="190012"/>
            <a:chExt cx="8370163" cy="4726098"/>
          </a:xfrm>
        </p:grpSpPr>
        <p:grpSp>
          <p:nvGrpSpPr>
            <p:cNvPr id="407" name="Google Shape;407;p7"/>
            <p:cNvGrpSpPr/>
            <p:nvPr/>
          </p:nvGrpSpPr>
          <p:grpSpPr>
            <a:xfrm flipH="1">
              <a:off x="8807575" y="1325038"/>
              <a:ext cx="130200" cy="126125"/>
              <a:chOff x="3935725" y="167575"/>
              <a:chExt cx="130200" cy="126125"/>
            </a:xfrm>
          </p:grpSpPr>
          <p:sp>
            <p:nvSpPr>
              <p:cNvPr id="408" name="Google Shape;408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10" name="Google Shape;410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11" name="Google Shape;411;p7"/>
            <p:cNvGrpSpPr/>
            <p:nvPr/>
          </p:nvGrpSpPr>
          <p:grpSpPr>
            <a:xfrm flipH="1">
              <a:off x="652044" y="190012"/>
              <a:ext cx="449076" cy="119073"/>
              <a:chOff x="7108302" y="2550931"/>
              <a:chExt cx="281323" cy="74593"/>
            </a:xfrm>
          </p:grpSpPr>
          <p:sp>
            <p:nvSpPr>
              <p:cNvPr id="412" name="Google Shape;41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 flipH="1">
              <a:off x="6728255" y="4778554"/>
              <a:ext cx="101875" cy="134875"/>
              <a:chOff x="3928495" y="333391"/>
              <a:chExt cx="101875" cy="134875"/>
            </a:xfrm>
          </p:grpSpPr>
          <p:grpSp>
            <p:nvGrpSpPr>
              <p:cNvPr id="423" name="Google Shape;423;p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424" name="Google Shape;424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6" name="Google Shape;426;p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9" name="Google Shape;429;p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430" name="Google Shape;430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2" name="Google Shape;432;p7"/>
            <p:cNvGrpSpPr/>
            <p:nvPr/>
          </p:nvGrpSpPr>
          <p:grpSpPr>
            <a:xfrm flipH="1">
              <a:off x="567613" y="668313"/>
              <a:ext cx="130200" cy="126125"/>
              <a:chOff x="3935725" y="167575"/>
              <a:chExt cx="130200" cy="126125"/>
            </a:xfrm>
          </p:grpSpPr>
          <p:sp>
            <p:nvSpPr>
              <p:cNvPr id="433" name="Google Shape;433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4" name="Google Shape;434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36" name="Google Shape;436;p7"/>
            <p:cNvGrpSpPr/>
            <p:nvPr/>
          </p:nvGrpSpPr>
          <p:grpSpPr>
            <a:xfrm flipH="1" rot="10800000">
              <a:off x="7240419" y="4797037"/>
              <a:ext cx="449076" cy="119073"/>
              <a:chOff x="7108302" y="2550931"/>
              <a:chExt cx="281323" cy="74593"/>
            </a:xfrm>
          </p:grpSpPr>
          <p:sp>
            <p:nvSpPr>
              <p:cNvPr id="437" name="Google Shape;43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8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8"/>
          <p:cNvGrpSpPr/>
          <p:nvPr/>
        </p:nvGrpSpPr>
        <p:grpSpPr>
          <a:xfrm>
            <a:off x="-1078950" y="-1016375"/>
            <a:ext cx="11081975" cy="7042150"/>
            <a:chOff x="-1078950" y="-1016375"/>
            <a:chExt cx="11081975" cy="7042150"/>
          </a:xfrm>
        </p:grpSpPr>
        <p:sp>
          <p:nvSpPr>
            <p:cNvPr id="450" name="Google Shape;450;p8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 flipH="1" rot="-5400000">
              <a:off x="5671550" y="52640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 flipH="1" rot="-5400000">
              <a:off x="24835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4" name="Google Shape;454;p8"/>
            <p:cNvSpPr/>
            <p:nvPr/>
          </p:nvSpPr>
          <p:spPr>
            <a:xfrm flipH="1" rot="10800000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5" name="Google Shape;455;p8"/>
            <p:cNvSpPr/>
            <p:nvPr/>
          </p:nvSpPr>
          <p:spPr>
            <a:xfrm flipH="1" rot="10800000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456" name="Google Shape;456;p8"/>
          <p:cNvGrpSpPr/>
          <p:nvPr/>
        </p:nvGrpSpPr>
        <p:grpSpPr>
          <a:xfrm>
            <a:off x="123985" y="-576378"/>
            <a:ext cx="9153370" cy="7088407"/>
            <a:chOff x="123985" y="-576378"/>
            <a:chExt cx="9153370" cy="7088407"/>
          </a:xfrm>
        </p:grpSpPr>
        <p:grpSp>
          <p:nvGrpSpPr>
            <p:cNvPr id="457" name="Google Shape;457;p8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458" name="Google Shape;458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8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465" name="Google Shape;465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8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472" name="Google Shape;472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8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476" name="Google Shape;476;p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8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479" name="Google Shape;479;p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8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483" name="Google Shape;483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" name="Google Shape;486;p8"/>
            <p:cNvGrpSpPr/>
            <p:nvPr/>
          </p:nvGrpSpPr>
          <p:grpSpPr>
            <a:xfrm flipH="1" rot="-5400000">
              <a:off x="2113698" y="5180120"/>
              <a:ext cx="2156910" cy="506908"/>
              <a:chOff x="4891825" y="3495059"/>
              <a:chExt cx="1351193" cy="317552"/>
            </a:xfrm>
          </p:grpSpPr>
          <p:sp>
            <p:nvSpPr>
              <p:cNvPr id="487" name="Google Shape;487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8"/>
            <p:cNvGrpSpPr/>
            <p:nvPr/>
          </p:nvGrpSpPr>
          <p:grpSpPr>
            <a:xfrm flipH="1">
              <a:off x="5175252" y="-576378"/>
              <a:ext cx="204128" cy="1115878"/>
              <a:chOff x="6605329" y="191675"/>
              <a:chExt cx="127876" cy="699040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6" name="Google Shape;496;p8"/>
          <p:cNvSpPr txBox="1"/>
          <p:nvPr>
            <p:ph type="title"/>
          </p:nvPr>
        </p:nvSpPr>
        <p:spPr>
          <a:xfrm>
            <a:off x="1133425" y="1896325"/>
            <a:ext cx="6877200" cy="12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97" name="Google Shape;497;p8"/>
          <p:cNvGrpSpPr/>
          <p:nvPr/>
        </p:nvGrpSpPr>
        <p:grpSpPr>
          <a:xfrm flipH="1">
            <a:off x="535582" y="1602437"/>
            <a:ext cx="449076" cy="119073"/>
            <a:chOff x="7108302" y="2550931"/>
            <a:chExt cx="281323" cy="74593"/>
          </a:xfrm>
        </p:grpSpPr>
        <p:sp>
          <p:nvSpPr>
            <p:cNvPr id="498" name="Google Shape;498;p8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8"/>
          <p:cNvGrpSpPr/>
          <p:nvPr/>
        </p:nvGrpSpPr>
        <p:grpSpPr>
          <a:xfrm flipH="1">
            <a:off x="8207937" y="1534737"/>
            <a:ext cx="445675" cy="119073"/>
            <a:chOff x="3578973" y="2550931"/>
            <a:chExt cx="279193" cy="74593"/>
          </a:xfrm>
        </p:grpSpPr>
        <p:sp>
          <p:nvSpPr>
            <p:cNvPr id="509" name="Google Shape;509;p8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357897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63651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698323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755867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813410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9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9"/>
          <p:cNvSpPr txBox="1"/>
          <p:nvPr>
            <p:ph type="title"/>
          </p:nvPr>
        </p:nvSpPr>
        <p:spPr>
          <a:xfrm>
            <a:off x="793025" y="1029000"/>
            <a:ext cx="3880500" cy="14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2" name="Google Shape;522;p9"/>
          <p:cNvSpPr txBox="1"/>
          <p:nvPr>
            <p:ph idx="1" type="subTitle"/>
          </p:nvPr>
        </p:nvSpPr>
        <p:spPr>
          <a:xfrm>
            <a:off x="793025" y="2558700"/>
            <a:ext cx="38805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523" name="Google Shape;523;p9"/>
          <p:cNvSpPr/>
          <p:nvPr>
            <p:ph idx="2" type="pic"/>
          </p:nvPr>
        </p:nvSpPr>
        <p:spPr>
          <a:xfrm>
            <a:off x="5346671" y="601950"/>
            <a:ext cx="3025200" cy="3939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4" name="Google Shape;524;p9"/>
          <p:cNvGrpSpPr/>
          <p:nvPr/>
        </p:nvGrpSpPr>
        <p:grpSpPr>
          <a:xfrm flipH="1">
            <a:off x="-198360" y="-451253"/>
            <a:ext cx="10173789" cy="5650844"/>
            <a:chOff x="-900429" y="-451253"/>
            <a:chExt cx="10173789" cy="5650844"/>
          </a:xfrm>
        </p:grpSpPr>
        <p:grpSp>
          <p:nvGrpSpPr>
            <p:cNvPr id="525" name="Google Shape;525;p9"/>
            <p:cNvGrpSpPr/>
            <p:nvPr/>
          </p:nvGrpSpPr>
          <p:grpSpPr>
            <a:xfrm rot="-5400000">
              <a:off x="-444554" y="2420972"/>
              <a:ext cx="204128" cy="1115878"/>
              <a:chOff x="6135602" y="7311"/>
              <a:chExt cx="127876" cy="69904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6231508" y="674382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6135602" y="7311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529" name="Google Shape;529;p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530" name="Google Shape;530;p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rect b="b" l="l" r="r" t="t"/>
                  <a:pathLst>
                    <a:path extrusionOk="0" h="221" w="294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" name="Google Shape;533;p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534" name="Google Shape;534;p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rect b="b" l="l" r="r" t="t"/>
                  <a:pathLst>
                    <a:path extrusionOk="0" h="234" w="383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6" name="Google Shape;536;p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537" name="Google Shape;537;p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544" name="Google Shape;544;p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" name="Google Shape;547;p9"/>
          <p:cNvGrpSpPr/>
          <p:nvPr/>
        </p:nvGrpSpPr>
        <p:grpSpPr>
          <a:xfrm rot="10800000">
            <a:off x="-1203475" y="-972164"/>
            <a:ext cx="11678150" cy="7153825"/>
            <a:chOff x="-1203475" y="-1124125"/>
            <a:chExt cx="11678150" cy="7153825"/>
          </a:xfrm>
        </p:grpSpPr>
        <p:sp>
          <p:nvSpPr>
            <p:cNvPr id="548" name="Google Shape;548;p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554" name="Google Shape;554;p9"/>
          <p:cNvGrpSpPr/>
          <p:nvPr/>
        </p:nvGrpSpPr>
        <p:grpSpPr>
          <a:xfrm flipH="1">
            <a:off x="477825" y="140988"/>
            <a:ext cx="8320055" cy="4774098"/>
            <a:chOff x="473320" y="140988"/>
            <a:chExt cx="8320055" cy="4774098"/>
          </a:xfrm>
        </p:grpSpPr>
        <p:grpSp>
          <p:nvGrpSpPr>
            <p:cNvPr id="555" name="Google Shape;555;p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556" name="Google Shape;556;p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7" name="Google Shape;557;p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8" name="Google Shape;558;p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59" name="Google Shape;559;p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560" name="Google Shape;560;p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561" name="Google Shape;561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3" name="Google Shape;563;p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564" name="Google Shape;564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6" name="Google Shape;566;p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567" name="Google Shape;567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" name="Google Shape;569;p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570" name="Google Shape;570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581" name="Google Shape;581;p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84" name="Google Shape;584;p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585" name="Google Shape;585;p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10"/>
          <p:cNvSpPr txBox="1"/>
          <p:nvPr>
            <p:ph type="title"/>
          </p:nvPr>
        </p:nvSpPr>
        <p:spPr>
          <a:xfrm>
            <a:off x="1390200" y="4033975"/>
            <a:ext cx="6363600" cy="4944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11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1"/>
          <p:cNvSpPr txBox="1"/>
          <p:nvPr>
            <p:ph hasCustomPrompt="1" type="title"/>
          </p:nvPr>
        </p:nvSpPr>
        <p:spPr>
          <a:xfrm>
            <a:off x="1284000" y="1601548"/>
            <a:ext cx="6576000" cy="1144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4" name="Google Shape;594;p11"/>
          <p:cNvSpPr txBox="1"/>
          <p:nvPr>
            <p:ph idx="1" type="subTitle"/>
          </p:nvPr>
        </p:nvSpPr>
        <p:spPr>
          <a:xfrm>
            <a:off x="1284000" y="2948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95" name="Google Shape;595;p11"/>
          <p:cNvGrpSpPr/>
          <p:nvPr/>
        </p:nvGrpSpPr>
        <p:grpSpPr>
          <a:xfrm flipH="1" rot="10800000">
            <a:off x="-871550" y="-484364"/>
            <a:ext cx="11081975" cy="6703400"/>
            <a:chOff x="-871550" y="-1016375"/>
            <a:chExt cx="11081975" cy="6703400"/>
          </a:xfrm>
        </p:grpSpPr>
        <p:sp>
          <p:nvSpPr>
            <p:cNvPr id="596" name="Google Shape;596;p11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602" name="Google Shape;602;p11"/>
          <p:cNvGrpSpPr/>
          <p:nvPr/>
        </p:nvGrpSpPr>
        <p:grpSpPr>
          <a:xfrm flipH="1" rot="10800000">
            <a:off x="744821" y="-484375"/>
            <a:ext cx="8262669" cy="6318414"/>
            <a:chOff x="744821" y="-576378"/>
            <a:chExt cx="8262669" cy="6318414"/>
          </a:xfrm>
        </p:grpSpPr>
        <p:grpSp>
          <p:nvGrpSpPr>
            <p:cNvPr id="603" name="Google Shape;603;p11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604" name="Google Shape;604;p1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11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611" name="Google Shape;611;p1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" name="Google Shape;613;p11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614" name="Google Shape;614;p11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1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1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7" name="Google Shape;617;p11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618" name="Google Shape;618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1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622" name="Google Shape;622;p11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1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11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625" name="Google Shape;625;p1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11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629" name="Google Shape;629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11"/>
          <p:cNvGrpSpPr/>
          <p:nvPr/>
        </p:nvGrpSpPr>
        <p:grpSpPr>
          <a:xfrm>
            <a:off x="380020" y="153613"/>
            <a:ext cx="7382905" cy="4774098"/>
            <a:chOff x="380020" y="153613"/>
            <a:chExt cx="7382905" cy="4774098"/>
          </a:xfrm>
        </p:grpSpPr>
        <p:grpSp>
          <p:nvGrpSpPr>
            <p:cNvPr id="633" name="Google Shape;633;p11"/>
            <p:cNvGrpSpPr/>
            <p:nvPr/>
          </p:nvGrpSpPr>
          <p:grpSpPr>
            <a:xfrm flipH="1" rot="10800000">
              <a:off x="481900" y="1674649"/>
              <a:ext cx="130200" cy="126125"/>
              <a:chOff x="-4441750" y="34450"/>
              <a:chExt cx="130200" cy="126125"/>
            </a:xfrm>
          </p:grpSpPr>
          <p:sp>
            <p:nvSpPr>
              <p:cNvPr id="634" name="Google Shape;634;p11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5" name="Google Shape;635;p11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6" name="Google Shape;636;p11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37" name="Google Shape;637;p11"/>
            <p:cNvGrpSpPr/>
            <p:nvPr/>
          </p:nvGrpSpPr>
          <p:grpSpPr>
            <a:xfrm flipH="1" rot="10800000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638" name="Google Shape;638;p1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39" name="Google Shape;639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1" name="Google Shape;641;p1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42" name="Google Shape;642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" name="Google Shape;644;p1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45" name="Google Shape;645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11"/>
            <p:cNvGrpSpPr/>
            <p:nvPr/>
          </p:nvGrpSpPr>
          <p:grpSpPr>
            <a:xfrm flipH="1" rot="10800000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648" name="Google Shape;648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11"/>
            <p:cNvGrpSpPr/>
            <p:nvPr/>
          </p:nvGrpSpPr>
          <p:grpSpPr>
            <a:xfrm flipH="1" rot="10800000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659" name="Google Shape;659;p1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62" name="Google Shape;662;p11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663" name="Google Shape;663;p1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13"/>
          <p:cNvSpPr txBox="1"/>
          <p:nvPr>
            <p:ph idx="1" type="subTitle"/>
          </p:nvPr>
        </p:nvSpPr>
        <p:spPr>
          <a:xfrm>
            <a:off x="1806625" y="1991288"/>
            <a:ext cx="257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13"/>
          <p:cNvSpPr txBox="1"/>
          <p:nvPr>
            <p:ph idx="2" type="subTitle"/>
          </p:nvPr>
        </p:nvSpPr>
        <p:spPr>
          <a:xfrm>
            <a:off x="5665400" y="1991288"/>
            <a:ext cx="257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13"/>
          <p:cNvSpPr txBox="1"/>
          <p:nvPr>
            <p:ph idx="3" type="subTitle"/>
          </p:nvPr>
        </p:nvSpPr>
        <p:spPr>
          <a:xfrm>
            <a:off x="1806625" y="3706238"/>
            <a:ext cx="257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13"/>
          <p:cNvSpPr txBox="1"/>
          <p:nvPr>
            <p:ph idx="4" type="subTitle"/>
          </p:nvPr>
        </p:nvSpPr>
        <p:spPr>
          <a:xfrm>
            <a:off x="5665400" y="3706238"/>
            <a:ext cx="257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13"/>
          <p:cNvSpPr txBox="1"/>
          <p:nvPr>
            <p:ph hasCustomPrompt="1" idx="5" type="title"/>
          </p:nvPr>
        </p:nvSpPr>
        <p:spPr>
          <a:xfrm>
            <a:off x="901087" y="1440375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5" name="Google Shape;675;p13"/>
          <p:cNvSpPr txBox="1"/>
          <p:nvPr>
            <p:ph hasCustomPrompt="1" idx="6" type="title"/>
          </p:nvPr>
        </p:nvSpPr>
        <p:spPr>
          <a:xfrm>
            <a:off x="901087" y="3155327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6" name="Google Shape;676;p13"/>
          <p:cNvSpPr txBox="1"/>
          <p:nvPr>
            <p:ph hasCustomPrompt="1" idx="7" type="title"/>
          </p:nvPr>
        </p:nvSpPr>
        <p:spPr>
          <a:xfrm>
            <a:off x="4759861" y="1440375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7" name="Google Shape;677;p13"/>
          <p:cNvSpPr txBox="1"/>
          <p:nvPr>
            <p:ph hasCustomPrompt="1" idx="8" type="title"/>
          </p:nvPr>
        </p:nvSpPr>
        <p:spPr>
          <a:xfrm>
            <a:off x="4759861" y="3155331"/>
            <a:ext cx="820500" cy="640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8" name="Google Shape;678;p13"/>
          <p:cNvSpPr txBox="1"/>
          <p:nvPr>
            <p:ph idx="9" type="subTitle"/>
          </p:nvPr>
        </p:nvSpPr>
        <p:spPr>
          <a:xfrm>
            <a:off x="1806638" y="1256675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9" name="Google Shape;679;p13"/>
          <p:cNvSpPr txBox="1"/>
          <p:nvPr>
            <p:ph idx="13" type="subTitle"/>
          </p:nvPr>
        </p:nvSpPr>
        <p:spPr>
          <a:xfrm>
            <a:off x="5665413" y="1256675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13"/>
          <p:cNvSpPr txBox="1"/>
          <p:nvPr>
            <p:ph idx="14" type="subTitle"/>
          </p:nvPr>
        </p:nvSpPr>
        <p:spPr>
          <a:xfrm>
            <a:off x="1806638" y="2971525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1" name="Google Shape;681;p13"/>
          <p:cNvSpPr txBox="1"/>
          <p:nvPr>
            <p:ph idx="15" type="subTitle"/>
          </p:nvPr>
        </p:nvSpPr>
        <p:spPr>
          <a:xfrm>
            <a:off x="5665413" y="2971525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682" name="Google Shape;682;p13"/>
          <p:cNvGrpSpPr/>
          <p:nvPr/>
        </p:nvGrpSpPr>
        <p:grpSpPr>
          <a:xfrm>
            <a:off x="362675" y="223138"/>
            <a:ext cx="8584545" cy="4702738"/>
            <a:chOff x="362675" y="223138"/>
            <a:chExt cx="8584545" cy="4702738"/>
          </a:xfrm>
        </p:grpSpPr>
        <p:grpSp>
          <p:nvGrpSpPr>
            <p:cNvPr id="683" name="Google Shape;683;p13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684" name="Google Shape;68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87" name="Google Shape;687;p13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688" name="Google Shape;688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91" name="Google Shape;691;p13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692" name="Google Shape;692;p1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93" name="Google Shape;693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5" name="Google Shape;695;p1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96" name="Google Shape;696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1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99" name="Google Shape;699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13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3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713" name="Google Shape;713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3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724" name="Google Shape;72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-1125950" y="-1116990"/>
            <a:ext cx="11388500" cy="7417815"/>
            <a:chOff x="-1125950" y="-1116990"/>
            <a:chExt cx="11388500" cy="7417815"/>
          </a:xfrm>
        </p:grpSpPr>
        <p:sp>
          <p:nvSpPr>
            <p:cNvPr id="728" name="Google Shape;728;p13"/>
            <p:cNvSpPr/>
            <p:nvPr/>
          </p:nvSpPr>
          <p:spPr>
            <a:xfrm flipH="1" rot="10800000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 flipH="1" rot="10800000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34" name="Google Shape;734;p13"/>
          <p:cNvGrpSpPr/>
          <p:nvPr/>
        </p:nvGrpSpPr>
        <p:grpSpPr>
          <a:xfrm>
            <a:off x="-918810" y="-954029"/>
            <a:ext cx="10760625" cy="7331170"/>
            <a:chOff x="-918810" y="-954029"/>
            <a:chExt cx="10760625" cy="7331170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13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740" name="Google Shape;740;p1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3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747" name="Google Shape;747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3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4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14"/>
          <p:cNvGrpSpPr/>
          <p:nvPr/>
        </p:nvGrpSpPr>
        <p:grpSpPr>
          <a:xfrm>
            <a:off x="7007813" y="233212"/>
            <a:ext cx="1814513" cy="4692663"/>
            <a:chOff x="7007813" y="233212"/>
            <a:chExt cx="1814513" cy="4692663"/>
          </a:xfrm>
        </p:grpSpPr>
        <p:grpSp>
          <p:nvGrpSpPr>
            <p:cNvPr id="757" name="Google Shape;757;p14"/>
            <p:cNvGrpSpPr/>
            <p:nvPr/>
          </p:nvGrpSpPr>
          <p:grpSpPr>
            <a:xfrm flipH="1">
              <a:off x="8692125" y="793000"/>
              <a:ext cx="130200" cy="126125"/>
              <a:chOff x="3935725" y="167575"/>
              <a:chExt cx="130200" cy="126125"/>
            </a:xfrm>
          </p:grpSpPr>
          <p:sp>
            <p:nvSpPr>
              <p:cNvPr id="758" name="Google Shape;758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1" name="Google Shape;761;p14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762" name="Google Shape;762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5" name="Google Shape;765;p14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766" name="Google Shape;766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" name="Google Shape;776;p14"/>
          <p:cNvGrpSpPr/>
          <p:nvPr/>
        </p:nvGrpSpPr>
        <p:grpSpPr>
          <a:xfrm>
            <a:off x="-1077550" y="-1116990"/>
            <a:ext cx="11388500" cy="7417815"/>
            <a:chOff x="-1077550" y="-1116990"/>
            <a:chExt cx="11388500" cy="7417815"/>
          </a:xfrm>
        </p:grpSpPr>
        <p:sp>
          <p:nvSpPr>
            <p:cNvPr id="777" name="Google Shape;777;p14"/>
            <p:cNvSpPr/>
            <p:nvPr/>
          </p:nvSpPr>
          <p:spPr>
            <a:xfrm rot="10800000">
              <a:off x="8610300" y="406331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8" name="Google Shape;778;p14"/>
            <p:cNvSpPr/>
            <p:nvPr/>
          </p:nvSpPr>
          <p:spPr>
            <a:xfrm rot="10800000">
              <a:off x="8893750" y="3816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9" name="Google Shape;779;p14"/>
            <p:cNvSpPr/>
            <p:nvPr/>
          </p:nvSpPr>
          <p:spPr>
            <a:xfrm flipH="1" rot="10800000">
              <a:off x="-7973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0" name="Google Shape;780;p14"/>
            <p:cNvSpPr/>
            <p:nvPr/>
          </p:nvSpPr>
          <p:spPr>
            <a:xfrm flipH="1" rot="10800000">
              <a:off x="-10775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1" name="Google Shape;781;p14"/>
            <p:cNvSpPr/>
            <p:nvPr/>
          </p:nvSpPr>
          <p:spPr>
            <a:xfrm flipH="1" rot="-5400000">
              <a:off x="12490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2" name="Google Shape;782;p14"/>
            <p:cNvSpPr/>
            <p:nvPr/>
          </p:nvSpPr>
          <p:spPr>
            <a:xfrm flipH="1" rot="-5400000">
              <a:off x="4967450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83" name="Google Shape;783;p14"/>
          <p:cNvGrpSpPr/>
          <p:nvPr/>
        </p:nvGrpSpPr>
        <p:grpSpPr>
          <a:xfrm>
            <a:off x="-656815" y="-954029"/>
            <a:ext cx="10760625" cy="7192920"/>
            <a:chOff x="-656815" y="-954029"/>
            <a:chExt cx="10760625" cy="7192920"/>
          </a:xfrm>
        </p:grpSpPr>
        <p:grpSp>
          <p:nvGrpSpPr>
            <p:cNvPr id="784" name="Google Shape;784;p14"/>
            <p:cNvGrpSpPr/>
            <p:nvPr/>
          </p:nvGrpSpPr>
          <p:grpSpPr>
            <a:xfrm flipH="1">
              <a:off x="8610290" y="186420"/>
              <a:ext cx="1493520" cy="615774"/>
              <a:chOff x="5301012" y="396272"/>
              <a:chExt cx="935614" cy="385751"/>
            </a:xfrm>
          </p:grpSpPr>
          <p:sp>
            <p:nvSpPr>
              <p:cNvPr id="785" name="Google Shape;785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14"/>
            <p:cNvGrpSpPr/>
            <p:nvPr/>
          </p:nvGrpSpPr>
          <p:grpSpPr>
            <a:xfrm flipH="1">
              <a:off x="-656815" y="4712283"/>
              <a:ext cx="2156910" cy="506908"/>
              <a:chOff x="4891825" y="3495059"/>
              <a:chExt cx="1351193" cy="317552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795;p14"/>
            <p:cNvGrpSpPr/>
            <p:nvPr/>
          </p:nvGrpSpPr>
          <p:grpSpPr>
            <a:xfrm flipH="1" rot="5400000">
              <a:off x="-293635" y="-515155"/>
              <a:ext cx="1493520" cy="615774"/>
              <a:chOff x="5301012" y="396272"/>
              <a:chExt cx="935614" cy="385751"/>
            </a:xfrm>
          </p:grpSpPr>
          <p:sp>
            <p:nvSpPr>
              <p:cNvPr id="796" name="Google Shape;796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4"/>
            <p:cNvGrpSpPr/>
            <p:nvPr/>
          </p:nvGrpSpPr>
          <p:grpSpPr>
            <a:xfrm rot="-5400000">
              <a:off x="7497265" y="5184245"/>
              <a:ext cx="1493520" cy="615774"/>
              <a:chOff x="5301012" y="396272"/>
              <a:chExt cx="935614" cy="385751"/>
            </a:xfrm>
          </p:grpSpPr>
          <p:sp>
            <p:nvSpPr>
              <p:cNvPr id="800" name="Google Shape;800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3" name="Google Shape;803;p14"/>
          <p:cNvSpPr txBox="1"/>
          <p:nvPr>
            <p:ph type="title"/>
          </p:nvPr>
        </p:nvSpPr>
        <p:spPr>
          <a:xfrm>
            <a:off x="1781238" y="3388871"/>
            <a:ext cx="5581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4" name="Google Shape;804;p14"/>
          <p:cNvSpPr txBox="1"/>
          <p:nvPr>
            <p:ph idx="1" type="subTitle"/>
          </p:nvPr>
        </p:nvSpPr>
        <p:spPr>
          <a:xfrm>
            <a:off x="1781238" y="1070700"/>
            <a:ext cx="5581500" cy="23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08" name="Google Shape;808;p15"/>
          <p:cNvGrpSpPr/>
          <p:nvPr/>
        </p:nvGrpSpPr>
        <p:grpSpPr>
          <a:xfrm flipH="1">
            <a:off x="189380" y="223138"/>
            <a:ext cx="8584545" cy="4702738"/>
            <a:chOff x="362675" y="223138"/>
            <a:chExt cx="8584545" cy="4702738"/>
          </a:xfrm>
        </p:grpSpPr>
        <p:grpSp>
          <p:nvGrpSpPr>
            <p:cNvPr id="809" name="Google Shape;809;p15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810" name="Google Shape;81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1" name="Google Shape;81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3" name="Google Shape;813;p15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814" name="Google Shape;814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818" name="Google Shape;818;p1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819" name="Google Shape;819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822" name="Google Shape;822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1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825" name="Google Shape;825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" name="Google Shape;827;p15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5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839" name="Google Shape;839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5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850" name="Google Shape;85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853" name="Google Shape;853;p15"/>
          <p:cNvGrpSpPr/>
          <p:nvPr/>
        </p:nvGrpSpPr>
        <p:grpSpPr>
          <a:xfrm flipH="1">
            <a:off x="-1125950" y="-1116990"/>
            <a:ext cx="11388500" cy="7417815"/>
            <a:chOff x="-1125950" y="-1116990"/>
            <a:chExt cx="11388500" cy="7417815"/>
          </a:xfrm>
        </p:grpSpPr>
        <p:sp>
          <p:nvSpPr>
            <p:cNvPr id="854" name="Google Shape;854;p15"/>
            <p:cNvSpPr/>
            <p:nvPr/>
          </p:nvSpPr>
          <p:spPr>
            <a:xfrm flipH="1" rot="10800000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 flipH="1" rot="10800000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9" name="Google Shape;859;p15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60" name="Google Shape;860;p15"/>
          <p:cNvGrpSpPr/>
          <p:nvPr/>
        </p:nvGrpSpPr>
        <p:grpSpPr>
          <a:xfrm flipH="1">
            <a:off x="-705215" y="-954029"/>
            <a:ext cx="10760625" cy="7331170"/>
            <a:chOff x="-918810" y="-954029"/>
            <a:chExt cx="10760625" cy="7331170"/>
          </a:xfrm>
        </p:grpSpPr>
        <p:grpSp>
          <p:nvGrpSpPr>
            <p:cNvPr id="861" name="Google Shape;861;p15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62" name="Google Shape;862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5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66" name="Google Shape;866;p1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15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73" name="Google Shape;873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15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877" name="Google Shape;877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2"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83" name="Google Shape;883;p16"/>
          <p:cNvGrpSpPr/>
          <p:nvPr/>
        </p:nvGrpSpPr>
        <p:grpSpPr>
          <a:xfrm>
            <a:off x="-918810" y="-954029"/>
            <a:ext cx="10760625" cy="7331170"/>
            <a:chOff x="-918810" y="-954029"/>
            <a:chExt cx="10760625" cy="7331170"/>
          </a:xfrm>
        </p:grpSpPr>
        <p:grpSp>
          <p:nvGrpSpPr>
            <p:cNvPr id="884" name="Google Shape;884;p16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85" name="Google Shape;885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8" name="Google Shape;888;p16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89" name="Google Shape;889;p1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6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16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6"/>
          <p:cNvGrpSpPr/>
          <p:nvPr/>
        </p:nvGrpSpPr>
        <p:grpSpPr>
          <a:xfrm rot="10800000">
            <a:off x="-1203475" y="-1091289"/>
            <a:ext cx="11678150" cy="7308000"/>
            <a:chOff x="-1203475" y="-1159175"/>
            <a:chExt cx="11678150" cy="7308000"/>
          </a:xfrm>
        </p:grpSpPr>
        <p:sp>
          <p:nvSpPr>
            <p:cNvPr id="904" name="Google Shape;904;p16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rot="5400000">
              <a:off x="806525" y="5387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 rot="5400000">
              <a:off x="7409450" y="-503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10" name="Google Shape;910;p16"/>
          <p:cNvGrpSpPr/>
          <p:nvPr/>
        </p:nvGrpSpPr>
        <p:grpSpPr>
          <a:xfrm>
            <a:off x="369575" y="271165"/>
            <a:ext cx="8594413" cy="4761123"/>
            <a:chOff x="369575" y="271165"/>
            <a:chExt cx="8594413" cy="4761123"/>
          </a:xfrm>
        </p:grpSpPr>
        <p:grpSp>
          <p:nvGrpSpPr>
            <p:cNvPr id="911" name="Google Shape;911;p16"/>
            <p:cNvGrpSpPr/>
            <p:nvPr/>
          </p:nvGrpSpPr>
          <p:grpSpPr>
            <a:xfrm flipH="1" rot="10800000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3" name="Google Shape;913;p1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4" name="Google Shape;914;p1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15" name="Google Shape;915;p16"/>
            <p:cNvGrpSpPr/>
            <p:nvPr/>
          </p:nvGrpSpPr>
          <p:grpSpPr>
            <a:xfrm flipH="1" rot="10800000">
              <a:off x="6713629" y="4913215"/>
              <a:ext cx="449076" cy="119073"/>
              <a:chOff x="6173265" y="2528990"/>
              <a:chExt cx="281323" cy="74593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6411963" y="2528990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/>
              <p:nvPr/>
            </p:nvSpPr>
            <p:spPr>
              <a:xfrm>
                <a:off x="6350158" y="2528990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6"/>
              <p:cNvSpPr/>
              <p:nvPr/>
            </p:nvSpPr>
            <p:spPr>
              <a:xfrm>
                <a:off x="6292614" y="2528990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6"/>
              <p:cNvSpPr/>
              <p:nvPr/>
            </p:nvSpPr>
            <p:spPr>
              <a:xfrm>
                <a:off x="6235071" y="2528990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6"/>
              <p:cNvSpPr/>
              <p:nvPr/>
            </p:nvSpPr>
            <p:spPr>
              <a:xfrm>
                <a:off x="6173265" y="2528990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6"/>
            <p:cNvGrpSpPr/>
            <p:nvPr/>
          </p:nvGrpSpPr>
          <p:grpSpPr>
            <a:xfrm flipH="1" rot="10800000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922" name="Google Shape;922;p1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23" name="Google Shape;923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1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26" name="Google Shape;926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1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29" name="Google Shape;929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31" name="Google Shape;931;p16"/>
            <p:cNvGrpSpPr/>
            <p:nvPr/>
          </p:nvGrpSpPr>
          <p:grpSpPr>
            <a:xfrm flipH="1" rot="10800000">
              <a:off x="8833788" y="3194538"/>
              <a:ext cx="130200" cy="126125"/>
              <a:chOff x="4159975" y="1365875"/>
              <a:chExt cx="130200" cy="126125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4159975" y="13658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3" name="Google Shape;933;p16"/>
              <p:cNvSpPr/>
              <p:nvPr/>
            </p:nvSpPr>
            <p:spPr>
              <a:xfrm>
                <a:off x="4225075" y="14000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4" name="Google Shape;934;p16"/>
              <p:cNvSpPr/>
              <p:nvPr/>
            </p:nvSpPr>
            <p:spPr>
              <a:xfrm>
                <a:off x="4159975" y="14356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35" name="Google Shape;935;p16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7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8" name="Google Shape;948;p17"/>
          <p:cNvGrpSpPr/>
          <p:nvPr/>
        </p:nvGrpSpPr>
        <p:grpSpPr>
          <a:xfrm>
            <a:off x="-1107262" y="-972175"/>
            <a:ext cx="11393100" cy="6659200"/>
            <a:chOff x="-1107262" y="-972175"/>
            <a:chExt cx="11393100" cy="6659200"/>
          </a:xfrm>
        </p:grpSpPr>
        <p:sp>
          <p:nvSpPr>
            <p:cNvPr id="949" name="Google Shape;949;p17"/>
            <p:cNvSpPr/>
            <p:nvPr/>
          </p:nvSpPr>
          <p:spPr>
            <a:xfrm flipH="1">
              <a:off x="8384713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0" name="Google Shape;950;p17"/>
            <p:cNvSpPr/>
            <p:nvPr/>
          </p:nvSpPr>
          <p:spPr>
            <a:xfrm flipH="1">
              <a:off x="8868638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1" name="Google Shape;951;p17"/>
            <p:cNvSpPr/>
            <p:nvPr/>
          </p:nvSpPr>
          <p:spPr>
            <a:xfrm flipH="1" rot="-5400000">
              <a:off x="7934088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2" name="Google Shape;952;p17"/>
            <p:cNvSpPr/>
            <p:nvPr/>
          </p:nvSpPr>
          <p:spPr>
            <a:xfrm flipH="1" rot="-5400000">
              <a:off x="342463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3" name="Google Shape;953;p17"/>
            <p:cNvSpPr/>
            <p:nvPr/>
          </p:nvSpPr>
          <p:spPr>
            <a:xfrm flipH="1" rot="10800000">
              <a:off x="-842012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4" name="Google Shape;954;p17"/>
            <p:cNvSpPr/>
            <p:nvPr/>
          </p:nvSpPr>
          <p:spPr>
            <a:xfrm flipH="1" rot="10800000">
              <a:off x="-1107262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55" name="Google Shape;955;p17"/>
          <p:cNvGrpSpPr/>
          <p:nvPr/>
        </p:nvGrpSpPr>
        <p:grpSpPr>
          <a:xfrm>
            <a:off x="473320" y="140988"/>
            <a:ext cx="8446180" cy="4774098"/>
            <a:chOff x="473320" y="140988"/>
            <a:chExt cx="8446180" cy="4774098"/>
          </a:xfrm>
        </p:grpSpPr>
        <p:grpSp>
          <p:nvGrpSpPr>
            <p:cNvPr id="956" name="Google Shape;956;p17"/>
            <p:cNvGrpSpPr/>
            <p:nvPr/>
          </p:nvGrpSpPr>
          <p:grpSpPr>
            <a:xfrm>
              <a:off x="8789300" y="3401050"/>
              <a:ext cx="130200" cy="126125"/>
              <a:chOff x="3935725" y="167575"/>
              <a:chExt cx="130200" cy="126125"/>
            </a:xfrm>
          </p:grpSpPr>
          <p:sp>
            <p:nvSpPr>
              <p:cNvPr id="957" name="Google Shape;957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60" name="Google Shape;960;p17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961" name="Google Shape;961;p1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62" name="Google Shape;962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4" name="Google Shape;964;p1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65" name="Google Shape;965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1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68" name="Google Shape;968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0" name="Google Shape;970;p17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971" name="Google Shape;971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17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982" name="Google Shape;982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3" name="Google Shape;983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4" name="Google Shape;984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85" name="Google Shape;985;p17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986" name="Google Shape;986;p1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9" name="Google Shape;989;p17"/>
          <p:cNvGrpSpPr/>
          <p:nvPr/>
        </p:nvGrpSpPr>
        <p:grpSpPr>
          <a:xfrm>
            <a:off x="-1544370" y="-727803"/>
            <a:ext cx="10797489" cy="6768677"/>
            <a:chOff x="-1544370" y="-727803"/>
            <a:chExt cx="10797489" cy="6768677"/>
          </a:xfrm>
        </p:grpSpPr>
        <p:grpSp>
          <p:nvGrpSpPr>
            <p:cNvPr id="990" name="Google Shape;990;p17"/>
            <p:cNvGrpSpPr/>
            <p:nvPr/>
          </p:nvGrpSpPr>
          <p:grpSpPr>
            <a:xfrm>
              <a:off x="6818321" y="-727803"/>
              <a:ext cx="204128" cy="1115878"/>
              <a:chOff x="6605329" y="191675"/>
              <a:chExt cx="127876" cy="699040"/>
            </a:xfrm>
          </p:grpSpPr>
          <p:sp>
            <p:nvSpPr>
              <p:cNvPr id="991" name="Google Shape;991;p1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3" name="Google Shape;993;p17"/>
            <p:cNvGrpSpPr/>
            <p:nvPr/>
          </p:nvGrpSpPr>
          <p:grpSpPr>
            <a:xfrm flipH="1" rot="10800000">
              <a:off x="6665090" y="4963070"/>
              <a:ext cx="1493520" cy="615774"/>
              <a:chOff x="5301012" y="396272"/>
              <a:chExt cx="935614" cy="385751"/>
            </a:xfrm>
          </p:grpSpPr>
          <p:sp>
            <p:nvSpPr>
              <p:cNvPr id="994" name="Google Shape;994;p1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17"/>
            <p:cNvGrpSpPr/>
            <p:nvPr/>
          </p:nvGrpSpPr>
          <p:grpSpPr>
            <a:xfrm>
              <a:off x="6967883" y="4702857"/>
              <a:ext cx="1064856" cy="813093"/>
              <a:chOff x="3843246" y="357910"/>
              <a:chExt cx="667078" cy="509361"/>
            </a:xfrm>
          </p:grpSpPr>
          <p:sp>
            <p:nvSpPr>
              <p:cNvPr id="998" name="Google Shape;998;p1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17"/>
            <p:cNvGrpSpPr/>
            <p:nvPr/>
          </p:nvGrpSpPr>
          <p:grpSpPr>
            <a:xfrm>
              <a:off x="7916093" y="-325628"/>
              <a:ext cx="1337026" cy="826702"/>
              <a:chOff x="3421261" y="191675"/>
              <a:chExt cx="837578" cy="517886"/>
            </a:xfrm>
          </p:grpSpPr>
          <p:sp>
            <p:nvSpPr>
              <p:cNvPr id="1002" name="Google Shape;1002;p1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7"/>
            <p:cNvGrpSpPr/>
            <p:nvPr/>
          </p:nvGrpSpPr>
          <p:grpSpPr>
            <a:xfrm>
              <a:off x="-1544370" y="1063795"/>
              <a:ext cx="2156910" cy="506908"/>
              <a:chOff x="4891825" y="3495059"/>
              <a:chExt cx="1351193" cy="317552"/>
            </a:xfrm>
          </p:grpSpPr>
          <p:sp>
            <p:nvSpPr>
              <p:cNvPr id="1005" name="Google Shape;1005;p1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17"/>
            <p:cNvGrpSpPr/>
            <p:nvPr/>
          </p:nvGrpSpPr>
          <p:grpSpPr>
            <a:xfrm flipH="1">
              <a:off x="841978" y="4702860"/>
              <a:ext cx="619332" cy="1338013"/>
              <a:chOff x="6850421" y="775628"/>
              <a:chExt cx="398541" cy="861012"/>
            </a:xfrm>
          </p:grpSpPr>
          <p:sp>
            <p:nvSpPr>
              <p:cNvPr id="1012" name="Google Shape;1012;p1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5" name="Google Shape;1015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6" name="Google Shape;1016;p17"/>
          <p:cNvSpPr txBox="1"/>
          <p:nvPr>
            <p:ph idx="1" type="subTitle"/>
          </p:nvPr>
        </p:nvSpPr>
        <p:spPr>
          <a:xfrm>
            <a:off x="4848375" y="1640575"/>
            <a:ext cx="3582300" cy="20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7" name="Google Shape;1017;p17"/>
          <p:cNvSpPr txBox="1"/>
          <p:nvPr>
            <p:ph idx="2" type="subTitle"/>
          </p:nvPr>
        </p:nvSpPr>
        <p:spPr>
          <a:xfrm>
            <a:off x="713325" y="1640575"/>
            <a:ext cx="3582300" cy="20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8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18"/>
          <p:cNvGrpSpPr/>
          <p:nvPr/>
        </p:nvGrpSpPr>
        <p:grpSpPr>
          <a:xfrm>
            <a:off x="-995975" y="-1108125"/>
            <a:ext cx="11299300" cy="7403525"/>
            <a:chOff x="-995975" y="-1108125"/>
            <a:chExt cx="11299300" cy="7403525"/>
          </a:xfrm>
        </p:grpSpPr>
        <p:sp>
          <p:nvSpPr>
            <p:cNvPr id="1021" name="Google Shape;1021;p18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5" name="Google Shape;1025;p18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6" name="Google Shape;1026;p18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027" name="Google Shape;1027;p18"/>
          <p:cNvGrpSpPr/>
          <p:nvPr/>
        </p:nvGrpSpPr>
        <p:grpSpPr>
          <a:xfrm>
            <a:off x="-790820" y="-32167"/>
            <a:ext cx="10389925" cy="4945602"/>
            <a:chOff x="-790820" y="-32167"/>
            <a:chExt cx="10389925" cy="4945602"/>
          </a:xfrm>
        </p:grpSpPr>
        <p:grpSp>
          <p:nvGrpSpPr>
            <p:cNvPr id="1028" name="Google Shape;1028;p18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029" name="Google Shape;1029;p1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18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033" name="Google Shape;1033;p1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18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036" name="Google Shape;1036;p1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2" name="Google Shape;1042;p18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18"/>
          <p:cNvGrpSpPr/>
          <p:nvPr/>
        </p:nvGrpSpPr>
        <p:grpSpPr>
          <a:xfrm>
            <a:off x="369575" y="190012"/>
            <a:ext cx="8370163" cy="4726098"/>
            <a:chOff x="369575" y="190012"/>
            <a:chExt cx="8370163" cy="4726098"/>
          </a:xfrm>
        </p:grpSpPr>
        <p:grpSp>
          <p:nvGrpSpPr>
            <p:cNvPr id="1046" name="Google Shape;1046;p18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047" name="Google Shape;1047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8" name="Google Shape;1048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9" name="Google Shape;1049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50" name="Google Shape;1050;p18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051" name="Google Shape;105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18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062" name="Google Shape;1062;p18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063" name="Google Shape;1063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5" name="Google Shape;1065;p18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066" name="Google Shape;1066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8" name="Google Shape;1068;p18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069" name="Google Shape;1069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8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072" name="Google Shape;1072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4" name="Google Shape;1074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75" name="Google Shape;1075;p18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6" name="Google Shape;1086;p18"/>
          <p:cNvSpPr txBox="1"/>
          <p:nvPr>
            <p:ph type="title"/>
          </p:nvPr>
        </p:nvSpPr>
        <p:spPr>
          <a:xfrm>
            <a:off x="720000" y="1784150"/>
            <a:ext cx="38520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7" name="Google Shape;1087;p18"/>
          <p:cNvSpPr txBox="1"/>
          <p:nvPr>
            <p:ph idx="1" type="subTitle"/>
          </p:nvPr>
        </p:nvSpPr>
        <p:spPr>
          <a:xfrm>
            <a:off x="720000" y="2449450"/>
            <a:ext cx="3852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19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1" name="Google Shape;1091;p19"/>
          <p:cNvSpPr txBox="1"/>
          <p:nvPr>
            <p:ph idx="1" type="body"/>
          </p:nvPr>
        </p:nvSpPr>
        <p:spPr>
          <a:xfrm>
            <a:off x="720000" y="1215744"/>
            <a:ext cx="7704000" cy="3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092" name="Google Shape;1092;p19"/>
          <p:cNvGrpSpPr/>
          <p:nvPr/>
        </p:nvGrpSpPr>
        <p:grpSpPr>
          <a:xfrm rot="10800000">
            <a:off x="-65760" y="-60168"/>
            <a:ext cx="9879489" cy="5650844"/>
            <a:chOff x="-606129" y="-451253"/>
            <a:chExt cx="9879489" cy="5650844"/>
          </a:xfrm>
        </p:grpSpPr>
        <p:grpSp>
          <p:nvGrpSpPr>
            <p:cNvPr id="1093" name="Google Shape;1093;p19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094" name="Google Shape;1094;p19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9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6" name="Google Shape;1096;p1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097" name="Google Shape;1097;p1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098" name="Google Shape;1098;p1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rect b="b" l="l" r="r" t="t"/>
                  <a:pathLst>
                    <a:path extrusionOk="0" h="221" w="294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1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1" name="Google Shape;1101;p1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102" name="Google Shape;1102;p1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1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rect b="b" l="l" r="r" t="t"/>
                  <a:pathLst>
                    <a:path extrusionOk="0" h="234" w="383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4" name="Google Shape;1104;p1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105" name="Google Shape;1105;p1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1" name="Google Shape;1111;p1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112" name="Google Shape;1112;p1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5" name="Google Shape;1115;p19"/>
          <p:cNvGrpSpPr/>
          <p:nvPr/>
        </p:nvGrpSpPr>
        <p:grpSpPr>
          <a:xfrm flipH="1">
            <a:off x="-1267075" y="-972164"/>
            <a:ext cx="11678150" cy="7153825"/>
            <a:chOff x="-1203475" y="-1124125"/>
            <a:chExt cx="11678150" cy="7153825"/>
          </a:xfrm>
        </p:grpSpPr>
        <p:sp>
          <p:nvSpPr>
            <p:cNvPr id="1116" name="Google Shape;1116;p1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22" name="Google Shape;1122;p19"/>
          <p:cNvGrpSpPr/>
          <p:nvPr/>
        </p:nvGrpSpPr>
        <p:grpSpPr>
          <a:xfrm rot="10800000">
            <a:off x="358175" y="217700"/>
            <a:ext cx="8320055" cy="4774098"/>
            <a:chOff x="473320" y="140988"/>
            <a:chExt cx="8320055" cy="4774098"/>
          </a:xfrm>
        </p:grpSpPr>
        <p:grpSp>
          <p:nvGrpSpPr>
            <p:cNvPr id="1123" name="Google Shape;1123;p1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124" name="Google Shape;1124;p1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5" name="Google Shape;1125;p1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27" name="Google Shape;1127;p1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128" name="Google Shape;1128;p1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129" name="Google Shape;1129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1" name="Google Shape;1131;p1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132" name="Google Shape;1132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4" name="Google Shape;1134;p1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135" name="Google Shape;1135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7" name="Google Shape;1137;p1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138" name="Google Shape;1138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149" name="Google Shape;1149;p1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0" name="Google Shape;1150;p1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1" name="Google Shape;1151;p1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52" name="Google Shape;1152;p1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153" name="Google Shape;1153;p1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0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20"/>
          <p:cNvGrpSpPr/>
          <p:nvPr/>
        </p:nvGrpSpPr>
        <p:grpSpPr>
          <a:xfrm>
            <a:off x="-995975" y="-1108125"/>
            <a:ext cx="11299300" cy="7403525"/>
            <a:chOff x="-995975" y="-1108125"/>
            <a:chExt cx="11299300" cy="7403525"/>
          </a:xfrm>
        </p:grpSpPr>
        <p:sp>
          <p:nvSpPr>
            <p:cNvPr id="1159" name="Google Shape;1159;p20"/>
            <p:cNvSpPr/>
            <p:nvPr/>
          </p:nvSpPr>
          <p:spPr>
            <a:xfrm flipH="1" rot="10800000">
              <a:off x="-512050" y="4114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 flipH="1" rot="10800000">
              <a:off x="-995975" y="16496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 flipH="1" rot="10800000">
              <a:off x="8886125" y="39273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 flipH="1" rot="10800000">
              <a:off x="8609550" y="3688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 flipH="1" rot="5400000">
              <a:off x="7085625" y="-452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 flipH="1" rot="5400000">
              <a:off x="1259775" y="5533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65" name="Google Shape;1165;p20"/>
          <p:cNvGrpSpPr/>
          <p:nvPr/>
        </p:nvGrpSpPr>
        <p:grpSpPr>
          <a:xfrm>
            <a:off x="-790820" y="273841"/>
            <a:ext cx="10389925" cy="4945602"/>
            <a:chOff x="-790820" y="273841"/>
            <a:chExt cx="10389925" cy="4945602"/>
          </a:xfrm>
        </p:grpSpPr>
        <p:grpSp>
          <p:nvGrpSpPr>
            <p:cNvPr id="1166" name="Google Shape;1166;p20"/>
            <p:cNvGrpSpPr/>
            <p:nvPr/>
          </p:nvGrpSpPr>
          <p:grpSpPr>
            <a:xfrm flipH="1" rot="5400000">
              <a:off x="8563445" y="399722"/>
              <a:ext cx="1064856" cy="813093"/>
              <a:chOff x="3843246" y="357910"/>
              <a:chExt cx="667078" cy="509361"/>
            </a:xfrm>
          </p:grpSpPr>
          <p:sp>
            <p:nvSpPr>
              <p:cNvPr id="1167" name="Google Shape;1167;p20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20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20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0" name="Google Shape;1170;p20"/>
            <p:cNvGrpSpPr/>
            <p:nvPr/>
          </p:nvGrpSpPr>
          <p:grpSpPr>
            <a:xfrm flipH="1" rot="5400000">
              <a:off x="8517242" y="833873"/>
              <a:ext cx="1337026" cy="826702"/>
              <a:chOff x="3421261" y="191675"/>
              <a:chExt cx="837578" cy="517886"/>
            </a:xfrm>
          </p:grpSpPr>
          <p:sp>
            <p:nvSpPr>
              <p:cNvPr id="1171" name="Google Shape;1171;p20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3" name="Google Shape;1173;p20"/>
            <p:cNvGrpSpPr/>
            <p:nvPr/>
          </p:nvGrpSpPr>
          <p:grpSpPr>
            <a:xfrm flipH="1" rot="10800000">
              <a:off x="-790820" y="4712534"/>
              <a:ext cx="2156910" cy="506908"/>
              <a:chOff x="4891825" y="3495059"/>
              <a:chExt cx="1351193" cy="317552"/>
            </a:xfrm>
          </p:grpSpPr>
          <p:sp>
            <p:nvSpPr>
              <p:cNvPr id="1174" name="Google Shape;1174;p20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0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0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20"/>
            <p:cNvGrpSpPr/>
            <p:nvPr/>
          </p:nvGrpSpPr>
          <p:grpSpPr>
            <a:xfrm flipH="1" rot="-5400000">
              <a:off x="-205329" y="513976"/>
              <a:ext cx="204128" cy="1115878"/>
              <a:chOff x="6605329" y="191675"/>
              <a:chExt cx="127876" cy="699040"/>
            </a:xfrm>
          </p:grpSpPr>
          <p:sp>
            <p:nvSpPr>
              <p:cNvPr id="1181" name="Google Shape;1181;p20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0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3" name="Google Shape;1183;p20"/>
          <p:cNvGrpSpPr/>
          <p:nvPr/>
        </p:nvGrpSpPr>
        <p:grpSpPr>
          <a:xfrm>
            <a:off x="369575" y="271165"/>
            <a:ext cx="8370163" cy="4726098"/>
            <a:chOff x="369575" y="271165"/>
            <a:chExt cx="8370163" cy="4726098"/>
          </a:xfrm>
        </p:grpSpPr>
        <p:grpSp>
          <p:nvGrpSpPr>
            <p:cNvPr id="1184" name="Google Shape;1184;p20"/>
            <p:cNvGrpSpPr/>
            <p:nvPr/>
          </p:nvGrpSpPr>
          <p:grpSpPr>
            <a:xfrm flipH="1" rot="10800000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1185" name="Google Shape;1185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88" name="Google Shape;1188;p20"/>
            <p:cNvGrpSpPr/>
            <p:nvPr/>
          </p:nvGrpSpPr>
          <p:grpSpPr>
            <a:xfrm flipH="1" rot="10800000">
              <a:off x="8206229" y="4878190"/>
              <a:ext cx="449076" cy="119073"/>
              <a:chOff x="7108302" y="2550931"/>
              <a:chExt cx="281323" cy="74593"/>
            </a:xfrm>
          </p:grpSpPr>
          <p:sp>
            <p:nvSpPr>
              <p:cNvPr id="1189" name="Google Shape;118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9" name="Google Shape;1199;p20"/>
            <p:cNvGrpSpPr/>
            <p:nvPr/>
          </p:nvGrpSpPr>
          <p:grpSpPr>
            <a:xfrm flipH="1" rot="10800000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1200" name="Google Shape;1200;p20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01" name="Google Shape;1201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20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04" name="Google Shape;1204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6" name="Google Shape;1206;p20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07" name="Google Shape;1207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9" name="Google Shape;1209;p20"/>
            <p:cNvGrpSpPr/>
            <p:nvPr/>
          </p:nvGrpSpPr>
          <p:grpSpPr>
            <a:xfrm flipH="1" rot="10800000">
              <a:off x="8609538" y="4392838"/>
              <a:ext cx="130200" cy="126125"/>
              <a:chOff x="3935725" y="167575"/>
              <a:chExt cx="130200" cy="126125"/>
            </a:xfrm>
          </p:grpSpPr>
          <p:sp>
            <p:nvSpPr>
              <p:cNvPr id="1210" name="Google Shape;1210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13" name="Google Shape;1213;p20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1214" name="Google Shape;121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5" name="Google Shape;1225;p20"/>
          <p:cNvSpPr txBox="1"/>
          <p:nvPr>
            <p:ph idx="1" type="subTitle"/>
          </p:nvPr>
        </p:nvSpPr>
        <p:spPr>
          <a:xfrm>
            <a:off x="1947450" y="1881600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6" name="Google Shape;1226;p20"/>
          <p:cNvSpPr txBox="1"/>
          <p:nvPr>
            <p:ph idx="2" type="subTitle"/>
          </p:nvPr>
        </p:nvSpPr>
        <p:spPr>
          <a:xfrm>
            <a:off x="1947450" y="3559600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7" name="Google Shape;1227;p20"/>
          <p:cNvSpPr txBox="1"/>
          <p:nvPr>
            <p:ph idx="3" type="subTitle"/>
          </p:nvPr>
        </p:nvSpPr>
        <p:spPr>
          <a:xfrm>
            <a:off x="1947450" y="1508700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8" name="Google Shape;1228;p20"/>
          <p:cNvSpPr txBox="1"/>
          <p:nvPr>
            <p:ph idx="4" type="subTitle"/>
          </p:nvPr>
        </p:nvSpPr>
        <p:spPr>
          <a:xfrm>
            <a:off x="1947450" y="3189700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21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1"/>
          <p:cNvSpPr txBox="1"/>
          <p:nvPr>
            <p:ph idx="1" type="subTitle"/>
          </p:nvPr>
        </p:nvSpPr>
        <p:spPr>
          <a:xfrm>
            <a:off x="937700" y="2813080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21"/>
          <p:cNvSpPr txBox="1"/>
          <p:nvPr>
            <p:ph idx="2" type="subTitle"/>
          </p:nvPr>
        </p:nvSpPr>
        <p:spPr>
          <a:xfrm>
            <a:off x="3484422" y="2813080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21"/>
          <p:cNvSpPr txBox="1"/>
          <p:nvPr>
            <p:ph idx="3" type="subTitle"/>
          </p:nvPr>
        </p:nvSpPr>
        <p:spPr>
          <a:xfrm>
            <a:off x="6031150" y="2813080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4" name="Google Shape;123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5" name="Google Shape;1235;p21"/>
          <p:cNvSpPr txBox="1"/>
          <p:nvPr>
            <p:ph idx="4" type="subTitle"/>
          </p:nvPr>
        </p:nvSpPr>
        <p:spPr>
          <a:xfrm>
            <a:off x="937700" y="25234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6" name="Google Shape;1236;p21"/>
          <p:cNvSpPr txBox="1"/>
          <p:nvPr>
            <p:ph idx="5" type="subTitle"/>
          </p:nvPr>
        </p:nvSpPr>
        <p:spPr>
          <a:xfrm>
            <a:off x="3484422" y="25234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7" name="Google Shape;1237;p21"/>
          <p:cNvSpPr txBox="1"/>
          <p:nvPr>
            <p:ph idx="6" type="subTitle"/>
          </p:nvPr>
        </p:nvSpPr>
        <p:spPr>
          <a:xfrm>
            <a:off x="6031150" y="25234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1238" name="Google Shape;1238;p21"/>
          <p:cNvGrpSpPr/>
          <p:nvPr/>
        </p:nvGrpSpPr>
        <p:grpSpPr>
          <a:xfrm>
            <a:off x="-606129" y="-451253"/>
            <a:ext cx="9879489" cy="5650844"/>
            <a:chOff x="-606129" y="-451253"/>
            <a:chExt cx="9879489" cy="5650844"/>
          </a:xfrm>
        </p:grpSpPr>
        <p:grpSp>
          <p:nvGrpSpPr>
            <p:cNvPr id="1239" name="Google Shape;1239;p21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240" name="Google Shape;1240;p2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2" name="Google Shape;1242;p21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243" name="Google Shape;1243;p21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244" name="Google Shape;1244;p21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rect b="b" l="l" r="r" t="t"/>
                  <a:pathLst>
                    <a:path extrusionOk="0" h="221" w="294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1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1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7" name="Google Shape;1247;p21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248" name="Google Shape;1248;p21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1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rect b="b" l="l" r="r" t="t"/>
                  <a:pathLst>
                    <a:path extrusionOk="0" h="234" w="383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0" name="Google Shape;1250;p21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251" name="Google Shape;1251;p2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1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258" name="Google Shape;1258;p2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flipH="1" rot="10800000">
            <a:off x="-1203475" y="-972164"/>
            <a:ext cx="11678150" cy="7153825"/>
            <a:chOff x="-1203475" y="-1124125"/>
            <a:chExt cx="11678150" cy="7153825"/>
          </a:xfrm>
        </p:grpSpPr>
        <p:sp>
          <p:nvSpPr>
            <p:cNvPr id="1262" name="Google Shape;1262;p21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4" name="Google Shape;1264;p21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5" name="Google Shape;1265;p21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6" name="Google Shape;1266;p21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268" name="Google Shape;1268;p21"/>
          <p:cNvGrpSpPr/>
          <p:nvPr/>
        </p:nvGrpSpPr>
        <p:grpSpPr>
          <a:xfrm>
            <a:off x="473320" y="140988"/>
            <a:ext cx="8320055" cy="4774098"/>
            <a:chOff x="473320" y="140988"/>
            <a:chExt cx="8320055" cy="4774098"/>
          </a:xfrm>
        </p:grpSpPr>
        <p:grpSp>
          <p:nvGrpSpPr>
            <p:cNvPr id="1269" name="Google Shape;1269;p21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270" name="Google Shape;1270;p21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1" name="Google Shape;1271;p21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2" name="Google Shape;1272;p21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73" name="Google Shape;1273;p21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274" name="Google Shape;1274;p2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75" name="Google Shape;1275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7" name="Google Shape;1277;p2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78" name="Google Shape;1278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80" name="Google Shape;1280;p2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81" name="Google Shape;1281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3" name="Google Shape;1283;p21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284" name="Google Shape;1284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1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295" name="Google Shape;1295;p2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6" name="Google Shape;1296;p2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7" name="Google Shape;1297;p2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98" name="Google Shape;1298;p21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299" name="Google Shape;1299;p2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22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22"/>
          <p:cNvSpPr txBox="1"/>
          <p:nvPr>
            <p:ph idx="1" type="subTitle"/>
          </p:nvPr>
        </p:nvSpPr>
        <p:spPr>
          <a:xfrm>
            <a:off x="937700" y="33965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22"/>
          <p:cNvSpPr txBox="1"/>
          <p:nvPr>
            <p:ph idx="2" type="subTitle"/>
          </p:nvPr>
        </p:nvSpPr>
        <p:spPr>
          <a:xfrm>
            <a:off x="3484422" y="33965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6" name="Google Shape;1306;p22"/>
          <p:cNvSpPr txBox="1"/>
          <p:nvPr>
            <p:ph idx="3" type="subTitle"/>
          </p:nvPr>
        </p:nvSpPr>
        <p:spPr>
          <a:xfrm>
            <a:off x="6031150" y="33965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8" name="Google Shape;1308;p22"/>
          <p:cNvSpPr txBox="1"/>
          <p:nvPr>
            <p:ph idx="4" type="subTitle"/>
          </p:nvPr>
        </p:nvSpPr>
        <p:spPr>
          <a:xfrm>
            <a:off x="937700" y="30860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9" name="Google Shape;1309;p22"/>
          <p:cNvSpPr txBox="1"/>
          <p:nvPr>
            <p:ph idx="5" type="subTitle"/>
          </p:nvPr>
        </p:nvSpPr>
        <p:spPr>
          <a:xfrm>
            <a:off x="3484422" y="30860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0" name="Google Shape;1310;p22"/>
          <p:cNvSpPr txBox="1"/>
          <p:nvPr>
            <p:ph idx="6" type="subTitle"/>
          </p:nvPr>
        </p:nvSpPr>
        <p:spPr>
          <a:xfrm>
            <a:off x="6031150" y="30860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grpSp>
        <p:nvGrpSpPr>
          <p:cNvPr id="1311" name="Google Shape;1311;p22"/>
          <p:cNvGrpSpPr/>
          <p:nvPr/>
        </p:nvGrpSpPr>
        <p:grpSpPr>
          <a:xfrm flipH="1" rot="10800000">
            <a:off x="-1203475" y="-972164"/>
            <a:ext cx="11678150" cy="7153825"/>
            <a:chOff x="-1203475" y="-1124125"/>
            <a:chExt cx="11678150" cy="7153825"/>
          </a:xfrm>
        </p:grpSpPr>
        <p:sp>
          <p:nvSpPr>
            <p:cNvPr id="1312" name="Google Shape;1312;p22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 rot="10800000">
              <a:off x="8573550" y="36697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 rot="10800000">
              <a:off x="9057475" y="34225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318" name="Google Shape;1318;p22"/>
          <p:cNvGrpSpPr/>
          <p:nvPr/>
        </p:nvGrpSpPr>
        <p:grpSpPr>
          <a:xfrm flipH="1" rot="10800000">
            <a:off x="-527805" y="-1016375"/>
            <a:ext cx="10232769" cy="6744764"/>
            <a:chOff x="-527805" y="-670853"/>
            <a:chExt cx="10232769" cy="6744764"/>
          </a:xfrm>
        </p:grpSpPr>
        <p:grpSp>
          <p:nvGrpSpPr>
            <p:cNvPr id="1319" name="Google Shape;1319;p22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320" name="Google Shape;1320;p2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2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327" name="Google Shape;1327;p2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2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330" name="Google Shape;1330;p2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22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338" name="Google Shape;1338;p22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2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341" name="Google Shape;1341;p2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22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345" name="Google Shape;1345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22"/>
          <p:cNvGrpSpPr/>
          <p:nvPr/>
        </p:nvGrpSpPr>
        <p:grpSpPr>
          <a:xfrm flipH="1" rot="10800000">
            <a:off x="160162" y="195511"/>
            <a:ext cx="8848706" cy="4568938"/>
            <a:chOff x="160162" y="293088"/>
            <a:chExt cx="8848706" cy="4568938"/>
          </a:xfrm>
        </p:grpSpPr>
        <p:grpSp>
          <p:nvGrpSpPr>
            <p:cNvPr id="1349" name="Google Shape;1349;p22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1350" name="Google Shape;135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3" name="Google Shape;1353;p22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1354" name="Google Shape;135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7" name="Google Shape;1357;p22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1358" name="Google Shape;1358;p22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359" name="Google Shape;1359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1" name="Google Shape;1361;p22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362" name="Google Shape;1362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4" name="Google Shape;1364;p22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365" name="Google Shape;1365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22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22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1379" name="Google Shape;1379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2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1390" name="Google Shape;139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93" name="Google Shape;1393;p22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1394" name="Google Shape;139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23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9" name="Google Shape;1399;p23"/>
          <p:cNvGrpSpPr/>
          <p:nvPr/>
        </p:nvGrpSpPr>
        <p:grpSpPr>
          <a:xfrm>
            <a:off x="-995975" y="-1108125"/>
            <a:ext cx="11299300" cy="7403525"/>
            <a:chOff x="-995975" y="-1108125"/>
            <a:chExt cx="11299300" cy="7403525"/>
          </a:xfrm>
        </p:grpSpPr>
        <p:sp>
          <p:nvSpPr>
            <p:cNvPr id="1400" name="Google Shape;1400;p23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4" name="Google Shape;1404;p23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5" name="Google Shape;1405;p23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06" name="Google Shape;1406;p23"/>
          <p:cNvGrpSpPr/>
          <p:nvPr/>
        </p:nvGrpSpPr>
        <p:grpSpPr>
          <a:xfrm>
            <a:off x="-790820" y="-32167"/>
            <a:ext cx="10389925" cy="4945602"/>
            <a:chOff x="-790820" y="-32167"/>
            <a:chExt cx="10389925" cy="4945602"/>
          </a:xfrm>
        </p:grpSpPr>
        <p:grpSp>
          <p:nvGrpSpPr>
            <p:cNvPr id="1407" name="Google Shape;1407;p23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408" name="Google Shape;1408;p2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23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412" name="Google Shape;1412;p2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4" name="Google Shape;1414;p23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415" name="Google Shape;1415;p2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1" name="Google Shape;1421;p23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422" name="Google Shape;1422;p2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4" name="Google Shape;1424;p23"/>
          <p:cNvGrpSpPr/>
          <p:nvPr/>
        </p:nvGrpSpPr>
        <p:grpSpPr>
          <a:xfrm>
            <a:off x="369575" y="190012"/>
            <a:ext cx="8370163" cy="4726098"/>
            <a:chOff x="369575" y="190012"/>
            <a:chExt cx="8370163" cy="4726098"/>
          </a:xfrm>
        </p:grpSpPr>
        <p:grpSp>
          <p:nvGrpSpPr>
            <p:cNvPr id="1425" name="Google Shape;1425;p23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426" name="Google Shape;1426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7" name="Google Shape;1427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8" name="Google Shape;1428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29" name="Google Shape;1429;p23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430" name="Google Shape;143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3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441" name="Google Shape;1441;p2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42" name="Google Shape;1442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4" name="Google Shape;1444;p2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45" name="Google Shape;1445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6" name="Google Shape;1446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7" name="Google Shape;1447;p2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48" name="Google Shape;1448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9" name="Google Shape;1449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50" name="Google Shape;1450;p23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451" name="Google Shape;1451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2" name="Google Shape;1452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3" name="Google Shape;1453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54" name="Google Shape;1454;p23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455" name="Google Shape;145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5" name="Google Shape;146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6" name="Google Shape;1466;p23"/>
          <p:cNvSpPr txBox="1"/>
          <p:nvPr>
            <p:ph idx="1" type="subTitle"/>
          </p:nvPr>
        </p:nvSpPr>
        <p:spPr>
          <a:xfrm>
            <a:off x="1835650" y="2084668"/>
            <a:ext cx="2078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7" name="Google Shape;1467;p23"/>
          <p:cNvSpPr txBox="1"/>
          <p:nvPr>
            <p:ph idx="2" type="subTitle"/>
          </p:nvPr>
        </p:nvSpPr>
        <p:spPr>
          <a:xfrm>
            <a:off x="5229888" y="2084668"/>
            <a:ext cx="2078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8" name="Google Shape;1468;p23"/>
          <p:cNvSpPr txBox="1"/>
          <p:nvPr>
            <p:ph idx="3" type="subTitle"/>
          </p:nvPr>
        </p:nvSpPr>
        <p:spPr>
          <a:xfrm>
            <a:off x="1835650" y="3518073"/>
            <a:ext cx="2078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9" name="Google Shape;1469;p23"/>
          <p:cNvSpPr txBox="1"/>
          <p:nvPr>
            <p:ph idx="4" type="subTitle"/>
          </p:nvPr>
        </p:nvSpPr>
        <p:spPr>
          <a:xfrm>
            <a:off x="5229888" y="3518073"/>
            <a:ext cx="20784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0" name="Google Shape;1470;p23"/>
          <p:cNvSpPr txBox="1"/>
          <p:nvPr>
            <p:ph idx="5" type="subTitle"/>
          </p:nvPr>
        </p:nvSpPr>
        <p:spPr>
          <a:xfrm>
            <a:off x="1835650" y="1778725"/>
            <a:ext cx="20784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23"/>
          <p:cNvSpPr txBox="1"/>
          <p:nvPr>
            <p:ph idx="6" type="subTitle"/>
          </p:nvPr>
        </p:nvSpPr>
        <p:spPr>
          <a:xfrm>
            <a:off x="5229885" y="1778725"/>
            <a:ext cx="20784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2" name="Google Shape;1472;p23"/>
          <p:cNvSpPr txBox="1"/>
          <p:nvPr>
            <p:ph idx="7" type="subTitle"/>
          </p:nvPr>
        </p:nvSpPr>
        <p:spPr>
          <a:xfrm>
            <a:off x="1835650" y="3212180"/>
            <a:ext cx="20784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3" name="Google Shape;1473;p23"/>
          <p:cNvSpPr txBox="1"/>
          <p:nvPr>
            <p:ph idx="8" type="subTitle"/>
          </p:nvPr>
        </p:nvSpPr>
        <p:spPr>
          <a:xfrm>
            <a:off x="5229885" y="3212180"/>
            <a:ext cx="20784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24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6" name="Google Shape;1476;p24"/>
          <p:cNvGrpSpPr/>
          <p:nvPr/>
        </p:nvGrpSpPr>
        <p:grpSpPr>
          <a:xfrm>
            <a:off x="-1136495" y="-972175"/>
            <a:ext cx="11393100" cy="6659200"/>
            <a:chOff x="-1136495" y="-972175"/>
            <a:chExt cx="11393100" cy="6659200"/>
          </a:xfrm>
        </p:grpSpPr>
        <p:sp>
          <p:nvSpPr>
            <p:cNvPr id="1477" name="Google Shape;1477;p24"/>
            <p:cNvSpPr/>
            <p:nvPr/>
          </p:nvSpPr>
          <p:spPr>
            <a:xfrm>
              <a:off x="-652570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-1136495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9" name="Google Shape;1479;p24"/>
            <p:cNvSpPr/>
            <p:nvPr/>
          </p:nvSpPr>
          <p:spPr>
            <a:xfrm rot="5400000">
              <a:off x="-20194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0" name="Google Shape;1480;p24"/>
            <p:cNvSpPr/>
            <p:nvPr/>
          </p:nvSpPr>
          <p:spPr>
            <a:xfrm rot="5400000">
              <a:off x="7389680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1" name="Google Shape;1481;p24"/>
            <p:cNvSpPr/>
            <p:nvPr/>
          </p:nvSpPr>
          <p:spPr>
            <a:xfrm rot="10800000">
              <a:off x="8574155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2" name="Google Shape;1482;p24"/>
            <p:cNvSpPr/>
            <p:nvPr/>
          </p:nvSpPr>
          <p:spPr>
            <a:xfrm rot="10800000">
              <a:off x="8839405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83" name="Google Shape;1483;p24"/>
          <p:cNvGrpSpPr/>
          <p:nvPr/>
        </p:nvGrpSpPr>
        <p:grpSpPr>
          <a:xfrm>
            <a:off x="229843" y="140988"/>
            <a:ext cx="8446180" cy="4774098"/>
            <a:chOff x="229843" y="140988"/>
            <a:chExt cx="8446180" cy="4774098"/>
          </a:xfrm>
        </p:grpSpPr>
        <p:grpSp>
          <p:nvGrpSpPr>
            <p:cNvPr id="1484" name="Google Shape;1484;p24"/>
            <p:cNvGrpSpPr/>
            <p:nvPr/>
          </p:nvGrpSpPr>
          <p:grpSpPr>
            <a:xfrm flipH="1">
              <a:off x="229843" y="3401050"/>
              <a:ext cx="130200" cy="126125"/>
              <a:chOff x="3935725" y="167575"/>
              <a:chExt cx="130200" cy="126125"/>
            </a:xfrm>
          </p:grpSpPr>
          <p:sp>
            <p:nvSpPr>
              <p:cNvPr id="1485" name="Google Shape;1485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88" name="Google Shape;1488;p24"/>
            <p:cNvGrpSpPr/>
            <p:nvPr/>
          </p:nvGrpSpPr>
          <p:grpSpPr>
            <a:xfrm flipH="1">
              <a:off x="8574148" y="663929"/>
              <a:ext cx="101875" cy="134875"/>
              <a:chOff x="3928495" y="333391"/>
              <a:chExt cx="101875" cy="134875"/>
            </a:xfrm>
          </p:grpSpPr>
          <p:grpSp>
            <p:nvGrpSpPr>
              <p:cNvPr id="1489" name="Google Shape;1489;p2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90" name="Google Shape;1490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2" name="Google Shape;1492;p2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93" name="Google Shape;1493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4" name="Google Shape;1494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5" name="Google Shape;1495;p2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96" name="Google Shape;1496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8" name="Google Shape;1498;p24"/>
            <p:cNvGrpSpPr/>
            <p:nvPr/>
          </p:nvGrpSpPr>
          <p:grpSpPr>
            <a:xfrm flipH="1">
              <a:off x="7104967" y="4796012"/>
              <a:ext cx="445675" cy="119073"/>
              <a:chOff x="3578973" y="2550931"/>
              <a:chExt cx="279193" cy="74593"/>
            </a:xfrm>
          </p:grpSpPr>
          <p:sp>
            <p:nvSpPr>
              <p:cNvPr id="1499" name="Google Shape;1499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9" name="Google Shape;1509;p24"/>
            <p:cNvGrpSpPr/>
            <p:nvPr/>
          </p:nvGrpSpPr>
          <p:grpSpPr>
            <a:xfrm flipH="1">
              <a:off x="1456493" y="140988"/>
              <a:ext cx="130200" cy="126125"/>
              <a:chOff x="3935725" y="167575"/>
              <a:chExt cx="130200" cy="126125"/>
            </a:xfrm>
          </p:grpSpPr>
          <p:sp>
            <p:nvSpPr>
              <p:cNvPr id="1510" name="Google Shape;1510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13" name="Google Shape;1513;p24"/>
            <p:cNvGrpSpPr/>
            <p:nvPr/>
          </p:nvGrpSpPr>
          <p:grpSpPr>
            <a:xfrm>
              <a:off x="7142571" y="234934"/>
              <a:ext cx="445675" cy="80822"/>
              <a:chOff x="6468929" y="3844579"/>
              <a:chExt cx="411329" cy="74593"/>
            </a:xfrm>
          </p:grpSpPr>
          <p:sp>
            <p:nvSpPr>
              <p:cNvPr id="1514" name="Google Shape;1514;p24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4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7" name="Google Shape;1517;p24"/>
          <p:cNvGrpSpPr/>
          <p:nvPr/>
        </p:nvGrpSpPr>
        <p:grpSpPr>
          <a:xfrm>
            <a:off x="-103776" y="-727803"/>
            <a:ext cx="10797489" cy="6768677"/>
            <a:chOff x="-103776" y="-727803"/>
            <a:chExt cx="10797489" cy="6768677"/>
          </a:xfrm>
        </p:grpSpPr>
        <p:grpSp>
          <p:nvGrpSpPr>
            <p:cNvPr id="1518" name="Google Shape;1518;p24"/>
            <p:cNvGrpSpPr/>
            <p:nvPr/>
          </p:nvGrpSpPr>
          <p:grpSpPr>
            <a:xfrm flipH="1">
              <a:off x="2126894" y="-727803"/>
              <a:ext cx="204128" cy="1115878"/>
              <a:chOff x="6605329" y="191675"/>
              <a:chExt cx="127876" cy="699040"/>
            </a:xfrm>
          </p:grpSpPr>
          <p:sp>
            <p:nvSpPr>
              <p:cNvPr id="1519" name="Google Shape;1519;p2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24"/>
            <p:cNvGrpSpPr/>
            <p:nvPr/>
          </p:nvGrpSpPr>
          <p:grpSpPr>
            <a:xfrm rot="10800000">
              <a:off x="990733" y="4963070"/>
              <a:ext cx="1493520" cy="615774"/>
              <a:chOff x="5301012" y="396272"/>
              <a:chExt cx="935614" cy="385751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4"/>
            <p:cNvGrpSpPr/>
            <p:nvPr/>
          </p:nvGrpSpPr>
          <p:grpSpPr>
            <a:xfrm flipH="1">
              <a:off x="1116604" y="4702857"/>
              <a:ext cx="1064856" cy="813093"/>
              <a:chOff x="3843246" y="357910"/>
              <a:chExt cx="667078" cy="509361"/>
            </a:xfrm>
          </p:grpSpPr>
          <p:sp>
            <p:nvSpPr>
              <p:cNvPr id="1526" name="Google Shape;1526;p2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9" name="Google Shape;1529;p24"/>
            <p:cNvGrpSpPr/>
            <p:nvPr/>
          </p:nvGrpSpPr>
          <p:grpSpPr>
            <a:xfrm flipH="1">
              <a:off x="-103776" y="-325628"/>
              <a:ext cx="1337026" cy="826702"/>
              <a:chOff x="3421261" y="191675"/>
              <a:chExt cx="837578" cy="517886"/>
            </a:xfrm>
          </p:grpSpPr>
          <p:sp>
            <p:nvSpPr>
              <p:cNvPr id="1530" name="Google Shape;1530;p2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2" name="Google Shape;1532;p24"/>
            <p:cNvGrpSpPr/>
            <p:nvPr/>
          </p:nvGrpSpPr>
          <p:grpSpPr>
            <a:xfrm flipH="1">
              <a:off x="8536803" y="1063795"/>
              <a:ext cx="2156910" cy="506908"/>
              <a:chOff x="4891825" y="3495059"/>
              <a:chExt cx="1351193" cy="317552"/>
            </a:xfrm>
          </p:grpSpPr>
          <p:sp>
            <p:nvSpPr>
              <p:cNvPr id="1533" name="Google Shape;1533;p2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4"/>
            <p:cNvGrpSpPr/>
            <p:nvPr/>
          </p:nvGrpSpPr>
          <p:grpSpPr>
            <a:xfrm>
              <a:off x="7688033" y="4702860"/>
              <a:ext cx="619332" cy="1338013"/>
              <a:chOff x="6850421" y="775628"/>
              <a:chExt cx="398541" cy="861012"/>
            </a:xfrm>
          </p:grpSpPr>
          <p:sp>
            <p:nvSpPr>
              <p:cNvPr id="1540" name="Google Shape;1540;p24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3" name="Google Shape;154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44" name="Google Shape;1544;p24"/>
          <p:cNvSpPr txBox="1"/>
          <p:nvPr>
            <p:ph idx="1" type="subTitle"/>
          </p:nvPr>
        </p:nvSpPr>
        <p:spPr>
          <a:xfrm>
            <a:off x="826475" y="2040778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5" name="Google Shape;1545;p24"/>
          <p:cNvSpPr txBox="1"/>
          <p:nvPr>
            <p:ph idx="2" type="subTitle"/>
          </p:nvPr>
        </p:nvSpPr>
        <p:spPr>
          <a:xfrm>
            <a:off x="3537973" y="2040778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24"/>
          <p:cNvSpPr txBox="1"/>
          <p:nvPr>
            <p:ph idx="3" type="subTitle"/>
          </p:nvPr>
        </p:nvSpPr>
        <p:spPr>
          <a:xfrm>
            <a:off x="826475" y="3778976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7" name="Google Shape;1547;p24"/>
          <p:cNvSpPr txBox="1"/>
          <p:nvPr>
            <p:ph idx="4" type="subTitle"/>
          </p:nvPr>
        </p:nvSpPr>
        <p:spPr>
          <a:xfrm>
            <a:off x="3537973" y="3778976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8" name="Google Shape;1548;p24"/>
          <p:cNvSpPr txBox="1"/>
          <p:nvPr>
            <p:ph idx="5" type="subTitle"/>
          </p:nvPr>
        </p:nvSpPr>
        <p:spPr>
          <a:xfrm>
            <a:off x="6249477" y="2040778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9" name="Google Shape;1549;p24"/>
          <p:cNvSpPr txBox="1"/>
          <p:nvPr>
            <p:ph idx="6" type="subTitle"/>
          </p:nvPr>
        </p:nvSpPr>
        <p:spPr>
          <a:xfrm>
            <a:off x="6249477" y="3778976"/>
            <a:ext cx="2067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0" name="Google Shape;1550;p24"/>
          <p:cNvSpPr txBox="1"/>
          <p:nvPr>
            <p:ph idx="7" type="subTitle"/>
          </p:nvPr>
        </p:nvSpPr>
        <p:spPr>
          <a:xfrm>
            <a:off x="826475" y="1755850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1" name="Google Shape;1551;p24"/>
          <p:cNvSpPr txBox="1"/>
          <p:nvPr>
            <p:ph idx="8" type="subTitle"/>
          </p:nvPr>
        </p:nvSpPr>
        <p:spPr>
          <a:xfrm>
            <a:off x="3537973" y="1755850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2" name="Google Shape;1552;p24"/>
          <p:cNvSpPr txBox="1"/>
          <p:nvPr>
            <p:ph idx="9" type="subTitle"/>
          </p:nvPr>
        </p:nvSpPr>
        <p:spPr>
          <a:xfrm>
            <a:off x="826475" y="3494073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3" name="Google Shape;1553;p24"/>
          <p:cNvSpPr txBox="1"/>
          <p:nvPr>
            <p:ph idx="13" type="subTitle"/>
          </p:nvPr>
        </p:nvSpPr>
        <p:spPr>
          <a:xfrm>
            <a:off x="3537973" y="3494073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4" name="Google Shape;1554;p24"/>
          <p:cNvSpPr txBox="1"/>
          <p:nvPr>
            <p:ph idx="14" type="subTitle"/>
          </p:nvPr>
        </p:nvSpPr>
        <p:spPr>
          <a:xfrm>
            <a:off x="6249477" y="1755850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55" name="Google Shape;1555;p24"/>
          <p:cNvSpPr txBox="1"/>
          <p:nvPr>
            <p:ph idx="15" type="subTitle"/>
          </p:nvPr>
        </p:nvSpPr>
        <p:spPr>
          <a:xfrm>
            <a:off x="6249477" y="3494073"/>
            <a:ext cx="2067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b="1" sz="2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5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5"/>
          <p:cNvSpPr txBox="1"/>
          <p:nvPr>
            <p:ph hasCustomPrompt="1" type="title"/>
          </p:nvPr>
        </p:nvSpPr>
        <p:spPr>
          <a:xfrm>
            <a:off x="2223600" y="546795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9" name="Google Shape;1559;p25"/>
          <p:cNvSpPr txBox="1"/>
          <p:nvPr>
            <p:ph idx="1" type="subTitle"/>
          </p:nvPr>
        </p:nvSpPr>
        <p:spPr>
          <a:xfrm>
            <a:off x="2223600" y="1316523"/>
            <a:ext cx="4696800" cy="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0" name="Google Shape;1560;p25"/>
          <p:cNvSpPr txBox="1"/>
          <p:nvPr>
            <p:ph hasCustomPrompt="1" idx="2" type="title"/>
          </p:nvPr>
        </p:nvSpPr>
        <p:spPr>
          <a:xfrm>
            <a:off x="2223600" y="2007789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1" name="Google Shape;1561;p25"/>
          <p:cNvSpPr txBox="1"/>
          <p:nvPr>
            <p:ph idx="3" type="subTitle"/>
          </p:nvPr>
        </p:nvSpPr>
        <p:spPr>
          <a:xfrm>
            <a:off x="2223600" y="2778009"/>
            <a:ext cx="4696800" cy="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2" name="Google Shape;1562;p25"/>
          <p:cNvSpPr txBox="1"/>
          <p:nvPr>
            <p:ph hasCustomPrompt="1" idx="4" type="title"/>
          </p:nvPr>
        </p:nvSpPr>
        <p:spPr>
          <a:xfrm>
            <a:off x="2223600" y="3468783"/>
            <a:ext cx="4696800" cy="768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3" name="Google Shape;1563;p25"/>
          <p:cNvSpPr txBox="1"/>
          <p:nvPr>
            <p:ph idx="5" type="subTitle"/>
          </p:nvPr>
        </p:nvSpPr>
        <p:spPr>
          <a:xfrm>
            <a:off x="2223600" y="4240480"/>
            <a:ext cx="4696800" cy="3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564" name="Google Shape;1564;p25"/>
          <p:cNvGrpSpPr/>
          <p:nvPr/>
        </p:nvGrpSpPr>
        <p:grpSpPr>
          <a:xfrm flipH="1" rot="10800000">
            <a:off x="-557079" y="-72018"/>
            <a:ext cx="9879489" cy="5732769"/>
            <a:chOff x="-606129" y="-451253"/>
            <a:chExt cx="9879489" cy="5732769"/>
          </a:xfrm>
        </p:grpSpPr>
        <p:grpSp>
          <p:nvGrpSpPr>
            <p:cNvPr id="1565" name="Google Shape;1565;p25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566" name="Google Shape;1566;p2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25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569" name="Google Shape;1569;p25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570" name="Google Shape;1570;p25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rect b="b" l="l" r="r" t="t"/>
                  <a:pathLst>
                    <a:path extrusionOk="0" h="221" w="294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73" name="Google Shape;1573;p25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574" name="Google Shape;1574;p25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rect b="b" l="l" r="r" t="t"/>
                  <a:pathLst>
                    <a:path extrusionOk="0" h="14" w="14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rect b="b" l="l" r="r" t="t"/>
                  <a:pathLst>
                    <a:path extrusionOk="0" h="234" w="383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6" name="Google Shape;1576;p25"/>
            <p:cNvGrpSpPr/>
            <p:nvPr/>
          </p:nvGrpSpPr>
          <p:grpSpPr>
            <a:xfrm>
              <a:off x="3493530" y="4774608"/>
              <a:ext cx="2156910" cy="506908"/>
              <a:chOff x="4891825" y="3546381"/>
              <a:chExt cx="1351193" cy="317552"/>
            </a:xfrm>
          </p:grpSpPr>
          <p:sp>
            <p:nvSpPr>
              <p:cNvPr id="1577" name="Google Shape;1577;p25"/>
              <p:cNvSpPr/>
              <p:nvPr/>
            </p:nvSpPr>
            <p:spPr>
              <a:xfrm>
                <a:off x="6208918" y="37573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4891825" y="3635897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4917389" y="3646549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5933990" y="3768028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5286094" y="3546381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5311668" y="3559168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25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584" name="Google Shape;1584;p2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7" name="Google Shape;1587;p25"/>
          <p:cNvGrpSpPr/>
          <p:nvPr/>
        </p:nvGrpSpPr>
        <p:grpSpPr>
          <a:xfrm>
            <a:off x="-1154425" y="-972164"/>
            <a:ext cx="11453925" cy="7153825"/>
            <a:chOff x="-1203475" y="-1124125"/>
            <a:chExt cx="11453925" cy="7153825"/>
          </a:xfrm>
        </p:grpSpPr>
        <p:sp>
          <p:nvSpPr>
            <p:cNvPr id="1588" name="Google Shape;1588;p25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 rot="10800000">
              <a:off x="8833250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94" name="Google Shape;1594;p25"/>
          <p:cNvGrpSpPr/>
          <p:nvPr/>
        </p:nvGrpSpPr>
        <p:grpSpPr>
          <a:xfrm flipH="1" rot="10800000">
            <a:off x="522370" y="294412"/>
            <a:ext cx="8320055" cy="4774098"/>
            <a:chOff x="473320" y="140988"/>
            <a:chExt cx="8320055" cy="4774098"/>
          </a:xfrm>
        </p:grpSpPr>
        <p:grpSp>
          <p:nvGrpSpPr>
            <p:cNvPr id="1595" name="Google Shape;1595;p25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596" name="Google Shape;1596;p25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99" name="Google Shape;1599;p25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600" name="Google Shape;1600;p2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01" name="Google Shape;1601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3" name="Google Shape;1603;p2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04" name="Google Shape;1604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6" name="Google Shape;1606;p2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07" name="Google Shape;1607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9" name="Google Shape;1609;p25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0" name="Google Shape;1620;p25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621" name="Google Shape;1621;p2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24" name="Google Shape;1624;p25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625" name="Google Shape;1625;p25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p26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p26"/>
          <p:cNvGrpSpPr/>
          <p:nvPr/>
        </p:nvGrpSpPr>
        <p:grpSpPr>
          <a:xfrm>
            <a:off x="-1078950" y="-1016375"/>
            <a:ext cx="11081975" cy="6703400"/>
            <a:chOff x="-1078950" y="-1016375"/>
            <a:chExt cx="11081975" cy="6703400"/>
          </a:xfrm>
        </p:grpSpPr>
        <p:sp>
          <p:nvSpPr>
            <p:cNvPr id="1631" name="Google Shape;1631;p26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2" name="Google Shape;1632;p26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3" name="Google Shape;1633;p26"/>
            <p:cNvSpPr/>
            <p:nvPr/>
          </p:nvSpPr>
          <p:spPr>
            <a:xfrm flipH="1" rot="-5400000">
              <a:off x="782412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4" name="Google Shape;1634;p26"/>
            <p:cNvSpPr/>
            <p:nvPr/>
          </p:nvSpPr>
          <p:spPr>
            <a:xfrm flipH="1" rot="-5400000">
              <a:off x="2320325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5" name="Google Shape;1635;p26"/>
            <p:cNvSpPr/>
            <p:nvPr/>
          </p:nvSpPr>
          <p:spPr>
            <a:xfrm flipH="1" rot="10800000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6" name="Google Shape;1636;p26"/>
            <p:cNvSpPr/>
            <p:nvPr/>
          </p:nvSpPr>
          <p:spPr>
            <a:xfrm flipH="1" rot="10800000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637" name="Google Shape;1637;p26"/>
          <p:cNvGrpSpPr/>
          <p:nvPr/>
        </p:nvGrpSpPr>
        <p:grpSpPr>
          <a:xfrm>
            <a:off x="123985" y="-576378"/>
            <a:ext cx="9153370" cy="6318414"/>
            <a:chOff x="123985" y="-576378"/>
            <a:chExt cx="9153370" cy="6318414"/>
          </a:xfrm>
        </p:grpSpPr>
        <p:grpSp>
          <p:nvGrpSpPr>
            <p:cNvPr id="1638" name="Google Shape;1638;p26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1639" name="Google Shape;1639;p2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5" name="Google Shape;1645;p26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1646" name="Google Shape;1646;p2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8" name="Google Shape;1648;p26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1649" name="Google Shape;1649;p2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2" name="Google Shape;1652;p26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1653" name="Google Shape;1653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6" name="Google Shape;1656;p26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1657" name="Google Shape;1657;p2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9" name="Google Shape;1659;p26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1660" name="Google Shape;1660;p2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3" name="Google Shape;1663;p26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1664" name="Google Shape;1664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7" name="Google Shape;1667;p26"/>
          <p:cNvGrpSpPr/>
          <p:nvPr/>
        </p:nvGrpSpPr>
        <p:grpSpPr>
          <a:xfrm>
            <a:off x="184255" y="293088"/>
            <a:ext cx="8814145" cy="4568938"/>
            <a:chOff x="184255" y="293088"/>
            <a:chExt cx="8814145" cy="4568938"/>
          </a:xfrm>
        </p:grpSpPr>
        <p:grpSp>
          <p:nvGrpSpPr>
            <p:cNvPr id="1668" name="Google Shape;1668;p26"/>
            <p:cNvGrpSpPr/>
            <p:nvPr/>
          </p:nvGrpSpPr>
          <p:grpSpPr>
            <a:xfrm flipH="1">
              <a:off x="7016513" y="4735900"/>
              <a:ext cx="130200" cy="126125"/>
              <a:chOff x="3935725" y="167575"/>
              <a:chExt cx="130200" cy="126125"/>
            </a:xfrm>
          </p:grpSpPr>
          <p:sp>
            <p:nvSpPr>
              <p:cNvPr id="1669" name="Google Shape;1669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0" name="Google Shape;1670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1" name="Google Shape;1671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72" name="Google Shape;1672;p26"/>
            <p:cNvGrpSpPr/>
            <p:nvPr/>
          </p:nvGrpSpPr>
          <p:grpSpPr>
            <a:xfrm flipH="1">
              <a:off x="184255" y="4235716"/>
              <a:ext cx="101875" cy="134875"/>
              <a:chOff x="3928495" y="333391"/>
              <a:chExt cx="101875" cy="134875"/>
            </a:xfrm>
          </p:grpSpPr>
          <p:grpSp>
            <p:nvGrpSpPr>
              <p:cNvPr id="1673" name="Google Shape;1673;p2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74" name="Google Shape;1674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6" name="Google Shape;1676;p2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77" name="Google Shape;1677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9" name="Google Shape;1679;p2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80" name="Google Shape;1680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1681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82" name="Google Shape;1682;p26"/>
            <p:cNvGrpSpPr/>
            <p:nvPr/>
          </p:nvGrpSpPr>
          <p:grpSpPr>
            <a:xfrm flipH="1">
              <a:off x="8552725" y="1443037"/>
              <a:ext cx="445675" cy="119073"/>
              <a:chOff x="3578973" y="2550931"/>
              <a:chExt cx="279193" cy="74593"/>
            </a:xfrm>
          </p:grpSpPr>
          <p:sp>
            <p:nvSpPr>
              <p:cNvPr id="1683" name="Google Shape;1683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3" name="Google Shape;1693;p26"/>
            <p:cNvGrpSpPr/>
            <p:nvPr/>
          </p:nvGrpSpPr>
          <p:grpSpPr>
            <a:xfrm flipH="1">
              <a:off x="2150700" y="293088"/>
              <a:ext cx="130200" cy="126125"/>
              <a:chOff x="3935725" y="167575"/>
              <a:chExt cx="130200" cy="126125"/>
            </a:xfrm>
          </p:grpSpPr>
          <p:sp>
            <p:nvSpPr>
              <p:cNvPr id="1694" name="Google Shape;1694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5" name="Google Shape;1695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6" name="Google Shape;1696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sp>
        <p:nvSpPr>
          <p:cNvPr id="1697" name="Google Shape;1697;p26"/>
          <p:cNvSpPr txBox="1"/>
          <p:nvPr>
            <p:ph type="title"/>
          </p:nvPr>
        </p:nvSpPr>
        <p:spPr>
          <a:xfrm>
            <a:off x="2642708" y="775127"/>
            <a:ext cx="38586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8" name="Google Shape;1698;p26"/>
          <p:cNvSpPr txBox="1"/>
          <p:nvPr>
            <p:ph idx="1" type="subTitle"/>
          </p:nvPr>
        </p:nvSpPr>
        <p:spPr>
          <a:xfrm>
            <a:off x="2642675" y="1757297"/>
            <a:ext cx="38586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9" name="Google Shape;1699;p26"/>
          <p:cNvSpPr txBox="1"/>
          <p:nvPr/>
        </p:nvSpPr>
        <p:spPr>
          <a:xfrm>
            <a:off x="2642668" y="3466600"/>
            <a:ext cx="3858600" cy="7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CRÉDITS : Ce modèle de présentation a été créé par </a:t>
            </a:r>
            <a:r>
              <a:rPr b="1" lang="fr" sz="1200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comprenant des icônes de </a:t>
            </a:r>
            <a:r>
              <a:rPr b="1" lang="fr" sz="1200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des infographies et des images de </a:t>
            </a:r>
            <a:r>
              <a:rPr b="1" lang="fr" sz="1200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b="1" sz="1200" u="sng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1" name="Google Shape;1701;p27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27"/>
          <p:cNvGrpSpPr/>
          <p:nvPr/>
        </p:nvGrpSpPr>
        <p:grpSpPr>
          <a:xfrm flipH="1" rot="10800000">
            <a:off x="744821" y="-484375"/>
            <a:ext cx="8262669" cy="6318414"/>
            <a:chOff x="744821" y="-576378"/>
            <a:chExt cx="8262669" cy="6318414"/>
          </a:xfrm>
        </p:grpSpPr>
        <p:grpSp>
          <p:nvGrpSpPr>
            <p:cNvPr id="1703" name="Google Shape;1703;p27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27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1711" name="Google Shape;1711;p2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27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7" name="Google Shape;1717;p27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27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729" name="Google Shape;1729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2" name="Google Shape;1732;p27"/>
          <p:cNvGrpSpPr/>
          <p:nvPr/>
        </p:nvGrpSpPr>
        <p:grpSpPr>
          <a:xfrm>
            <a:off x="-1154425" y="-1070264"/>
            <a:ext cx="11376875" cy="7251925"/>
            <a:chOff x="-1203475" y="-1222225"/>
            <a:chExt cx="11376875" cy="7251925"/>
          </a:xfrm>
        </p:grpSpPr>
        <p:sp>
          <p:nvSpPr>
            <p:cNvPr id="1733" name="Google Shape;1733;p27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 rot="5400000">
              <a:off x="5599650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 rot="5400000">
              <a:off x="3064800" y="-566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 rot="10800000">
              <a:off x="8496500" y="30951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 rot="10800000">
              <a:off x="8756200" y="28479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39" name="Google Shape;1739;p27"/>
          <p:cNvGrpSpPr/>
          <p:nvPr/>
        </p:nvGrpSpPr>
        <p:grpSpPr>
          <a:xfrm>
            <a:off x="380020" y="153613"/>
            <a:ext cx="8496430" cy="4774098"/>
            <a:chOff x="380020" y="153613"/>
            <a:chExt cx="8496430" cy="4774098"/>
          </a:xfrm>
        </p:grpSpPr>
        <p:grpSp>
          <p:nvGrpSpPr>
            <p:cNvPr id="1740" name="Google Shape;1740;p27"/>
            <p:cNvGrpSpPr/>
            <p:nvPr/>
          </p:nvGrpSpPr>
          <p:grpSpPr>
            <a:xfrm>
              <a:off x="481900" y="3280551"/>
              <a:ext cx="130200" cy="126125"/>
              <a:chOff x="-4441750" y="34450"/>
              <a:chExt cx="130200" cy="126125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44" name="Google Shape;1744;p27"/>
            <p:cNvGrpSpPr/>
            <p:nvPr/>
          </p:nvGrpSpPr>
          <p:grpSpPr>
            <a:xfrm>
              <a:off x="380020" y="571430"/>
              <a:ext cx="101875" cy="134875"/>
              <a:chOff x="3928495" y="333391"/>
              <a:chExt cx="101875" cy="134875"/>
            </a:xfrm>
          </p:grpSpPr>
          <p:grpSp>
            <p:nvGrpSpPr>
              <p:cNvPr id="1745" name="Google Shape;1745;p2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746" name="Google Shape;1746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8" name="Google Shape;1748;p2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749" name="Google Shape;1749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1" name="Google Shape;1751;p2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752" name="Google Shape;1752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54" name="Google Shape;1754;p27"/>
            <p:cNvGrpSpPr/>
            <p:nvPr/>
          </p:nvGrpSpPr>
          <p:grpSpPr>
            <a:xfrm>
              <a:off x="1668775" y="4808638"/>
              <a:ext cx="445675" cy="119073"/>
              <a:chOff x="3578973" y="2550931"/>
              <a:chExt cx="279193" cy="74593"/>
            </a:xfrm>
          </p:grpSpPr>
          <p:sp>
            <p:nvSpPr>
              <p:cNvPr id="1755" name="Google Shape;1755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7"/>
            <p:cNvGrpSpPr/>
            <p:nvPr/>
          </p:nvGrpSpPr>
          <p:grpSpPr>
            <a:xfrm>
              <a:off x="7632725" y="153613"/>
              <a:ext cx="130200" cy="126125"/>
              <a:chOff x="3935725" y="167575"/>
              <a:chExt cx="130200" cy="126125"/>
            </a:xfrm>
          </p:grpSpPr>
          <p:sp>
            <p:nvSpPr>
              <p:cNvPr id="1766" name="Google Shape;1766;p2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69" name="Google Shape;1769;p27"/>
            <p:cNvGrpSpPr/>
            <p:nvPr/>
          </p:nvGrpSpPr>
          <p:grpSpPr>
            <a:xfrm flipH="1">
              <a:off x="1631171" y="247560"/>
              <a:ext cx="445675" cy="80822"/>
              <a:chOff x="6468929" y="3844579"/>
              <a:chExt cx="411329" cy="74593"/>
            </a:xfrm>
          </p:grpSpPr>
          <p:sp>
            <p:nvSpPr>
              <p:cNvPr id="1770" name="Google Shape;1770;p2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rect b="b" l="l" r="r" t="t"/>
                <a:pathLst>
                  <a:path extrusionOk="0" h="29" w="29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rect b="b" l="l" r="r" t="t"/>
                <a:pathLst>
                  <a:path extrusionOk="0" h="4" w="161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7"/>
            <p:cNvGrpSpPr/>
            <p:nvPr/>
          </p:nvGrpSpPr>
          <p:grpSpPr>
            <a:xfrm rot="10800000">
              <a:off x="8430775" y="1578188"/>
              <a:ext cx="445675" cy="119073"/>
              <a:chOff x="3578973" y="2550931"/>
              <a:chExt cx="279193" cy="74593"/>
            </a:xfrm>
          </p:grpSpPr>
          <p:sp>
            <p:nvSpPr>
              <p:cNvPr id="1774" name="Google Shape;1774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28"/>
          <p:cNvPicPr preferRelativeResize="0"/>
          <p:nvPr/>
        </p:nvPicPr>
        <p:blipFill rotWithShape="1">
          <a:blip r:embed="rId2">
            <a:alphaModFix/>
          </a:blip>
          <a:srcRect b="902" l="0" r="990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6" name="Google Shape;1786;p28"/>
          <p:cNvGrpSpPr/>
          <p:nvPr/>
        </p:nvGrpSpPr>
        <p:grpSpPr>
          <a:xfrm flipH="1" rot="10800000">
            <a:off x="-871550" y="-484364"/>
            <a:ext cx="11081975" cy="6703400"/>
            <a:chOff x="-871550" y="-1016375"/>
            <a:chExt cx="11081975" cy="6703400"/>
          </a:xfrm>
        </p:grpSpPr>
        <p:sp>
          <p:nvSpPr>
            <p:cNvPr id="1787" name="Google Shape;1787;p28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93" name="Google Shape;1793;p28"/>
          <p:cNvGrpSpPr/>
          <p:nvPr/>
        </p:nvGrpSpPr>
        <p:grpSpPr>
          <a:xfrm flipH="1" rot="10800000">
            <a:off x="-667955" y="-1128475"/>
            <a:ext cx="10232769" cy="6744764"/>
            <a:chOff x="-527805" y="-670853"/>
            <a:chExt cx="10232769" cy="6744764"/>
          </a:xfrm>
        </p:grpSpPr>
        <p:grpSp>
          <p:nvGrpSpPr>
            <p:cNvPr id="1794" name="Google Shape;1794;p28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795" name="Google Shape;1795;p2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rect b="b" l="l" r="r" t="t"/>
                <a:pathLst>
                  <a:path extrusionOk="0" h="14" w="15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rect b="b" l="l" r="r" t="t"/>
                <a:pathLst>
                  <a:path extrusionOk="0" h="102" w="608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rect b="b" l="l" r="r" t="t"/>
                <a:pathLst>
                  <a:path extrusionOk="0" h="15" w="14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rect b="b" l="l" r="r" t="t"/>
                <a:pathLst>
                  <a:path extrusionOk="0" h="103" w="297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8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802" name="Google Shape;1802;p2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rect b="b" l="l" r="r" t="t"/>
                <a:pathLst>
                  <a:path extrusionOk="0" h="14" w="15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rect b="b" l="l" r="r" t="t"/>
                <a:pathLst>
                  <a:path extrusionOk="0" h="315" w="54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4" name="Google Shape;1804;p28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805" name="Google Shape;1805;p2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rect b="b" l="l" r="r" t="t"/>
                <a:pathLst>
                  <a:path extrusionOk="0" h="158" w="424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28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809" name="Google Shape;1809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2" name="Google Shape;1812;p28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813" name="Google Shape;1813;p28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rect b="b" l="l" r="r" t="t"/>
                <a:pathLst>
                  <a:path extrusionOk="0" h="234" w="383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5" name="Google Shape;1815;p28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816" name="Google Shape;1816;p2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rect b="b" l="l" r="r" t="t"/>
                <a:pathLst>
                  <a:path extrusionOk="0" h="15" w="15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rect b="b" l="l" r="r" t="t"/>
                <a:pathLst>
                  <a:path extrusionOk="0" h="382" w="182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28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820" name="Google Shape;1820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rect b="b" l="l" r="r" t="t"/>
                <a:pathLst>
                  <a:path extrusionOk="0" h="221" w="294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rect b="b" l="l" r="r" t="t"/>
                <a:pathLst>
                  <a:path extrusionOk="0" h="14" w="14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3" name="Google Shape;1823;p28"/>
          <p:cNvGrpSpPr/>
          <p:nvPr/>
        </p:nvGrpSpPr>
        <p:grpSpPr>
          <a:xfrm>
            <a:off x="3762175" y="233212"/>
            <a:ext cx="5065988" cy="4692663"/>
            <a:chOff x="7007813" y="233212"/>
            <a:chExt cx="5065988" cy="4692663"/>
          </a:xfrm>
        </p:grpSpPr>
        <p:grpSp>
          <p:nvGrpSpPr>
            <p:cNvPr id="1824" name="Google Shape;1824;p28"/>
            <p:cNvGrpSpPr/>
            <p:nvPr/>
          </p:nvGrpSpPr>
          <p:grpSpPr>
            <a:xfrm flipH="1">
              <a:off x="11943600" y="779000"/>
              <a:ext cx="130200" cy="126125"/>
              <a:chOff x="684250" y="153575"/>
              <a:chExt cx="130200" cy="126125"/>
            </a:xfrm>
          </p:grpSpPr>
          <p:sp>
            <p:nvSpPr>
              <p:cNvPr id="1825" name="Google Shape;1825;p28"/>
              <p:cNvSpPr/>
              <p:nvPr/>
            </p:nvSpPr>
            <p:spPr>
              <a:xfrm>
                <a:off x="684250" y="153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749350" y="187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684250" y="223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28" name="Google Shape;1828;p28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1829" name="Google Shape;1829;p2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32" name="Google Shape;1832;p28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1833" name="Google Shape;1833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rect b="b" l="l" r="r" t="t"/>
                <a:pathLst>
                  <a:path extrusionOk="0" h="35" w="2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rect b="b" l="l" r="r" t="t"/>
                <a:pathLst>
                  <a:path extrusionOk="0" h="35" w="21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b="1" sz="3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HfX4pfClzu7-YsWScLoscUgNVIN1bSx4VkDDVn1Rl1M/edit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aadyaasrivastava18/foundations_of_data_visualization/tree/main" TargetMode="External"/><Relationship Id="rId4" Type="http://schemas.openxmlformats.org/officeDocument/2006/relationships/hyperlink" Target="https://colab.research.google.com/drive/141_KEtaffsFsip0LQm0KCpk-hZQGTBnS?usp=sharing" TargetMode="External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linkedin.com/in/aadyaa-srivastava-a722a1184/" TargetMode="External"/><Relationship Id="rId4" Type="http://schemas.openxmlformats.org/officeDocument/2006/relationships/hyperlink" Target="https://x.com/Aadyaasrivasta1" TargetMode="External"/><Relationship Id="rId5" Type="http://schemas.openxmlformats.org/officeDocument/2006/relationships/hyperlink" Target="https://github.com/aadyaasrivastava18" TargetMode="External"/><Relationship Id="rId6" Type="http://schemas.openxmlformats.org/officeDocument/2006/relationships/hyperlink" Target="https://topmate.io/aadyaasrivastava" TargetMode="External"/><Relationship Id="rId7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29"/>
          <p:cNvSpPr txBox="1"/>
          <p:nvPr>
            <p:ph type="ctrTitle"/>
          </p:nvPr>
        </p:nvSpPr>
        <p:spPr>
          <a:xfrm>
            <a:off x="1675348" y="2891975"/>
            <a:ext cx="5262300" cy="158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 Analysis Workshop</a:t>
            </a:r>
            <a:endParaRPr/>
          </a:p>
        </p:txBody>
      </p:sp>
      <p:grpSp>
        <p:nvGrpSpPr>
          <p:cNvPr id="1848" name="Google Shape;1848;p29"/>
          <p:cNvGrpSpPr/>
          <p:nvPr/>
        </p:nvGrpSpPr>
        <p:grpSpPr>
          <a:xfrm>
            <a:off x="853525" y="1356675"/>
            <a:ext cx="130200" cy="126125"/>
            <a:chOff x="3935725" y="167575"/>
            <a:chExt cx="130200" cy="126125"/>
          </a:xfrm>
        </p:grpSpPr>
        <p:sp>
          <p:nvSpPr>
            <p:cNvPr id="1849" name="Google Shape;1849;p29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0" name="Google Shape;1850;p29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1" name="Google Shape;1851;p29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852" name="Google Shape;1852;p29"/>
          <p:cNvGrpSpPr/>
          <p:nvPr/>
        </p:nvGrpSpPr>
        <p:grpSpPr>
          <a:xfrm>
            <a:off x="7971688" y="4236400"/>
            <a:ext cx="130200" cy="126125"/>
            <a:chOff x="3935725" y="167575"/>
            <a:chExt cx="130200" cy="126125"/>
          </a:xfrm>
        </p:grpSpPr>
        <p:sp>
          <p:nvSpPr>
            <p:cNvPr id="1853" name="Google Shape;1853;p29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4" name="Google Shape;1854;p29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55" name="Google Shape;1855;p29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856" name="Google Shape;1856;p29"/>
          <p:cNvGrpSpPr/>
          <p:nvPr/>
        </p:nvGrpSpPr>
        <p:grpSpPr>
          <a:xfrm>
            <a:off x="7689617" y="673937"/>
            <a:ext cx="449076" cy="119073"/>
            <a:chOff x="7108302" y="2550931"/>
            <a:chExt cx="281323" cy="74593"/>
          </a:xfrm>
        </p:grpSpPr>
        <p:sp>
          <p:nvSpPr>
            <p:cNvPr id="1857" name="Google Shape;1857;p29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29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29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29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29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29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29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29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29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29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7" name="Google Shape;1867;p29"/>
          <p:cNvGrpSpPr/>
          <p:nvPr/>
        </p:nvGrpSpPr>
        <p:grpSpPr>
          <a:xfrm>
            <a:off x="1709845" y="3503154"/>
            <a:ext cx="101875" cy="134875"/>
            <a:chOff x="3928495" y="333391"/>
            <a:chExt cx="101875" cy="134875"/>
          </a:xfrm>
        </p:grpSpPr>
        <p:grpSp>
          <p:nvGrpSpPr>
            <p:cNvPr id="1868" name="Google Shape;1868;p29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869" name="Google Shape;1869;p29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29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1" name="Google Shape;1871;p29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872" name="Google Shape;1872;p29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29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4" name="Google Shape;1874;p29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75" name="Google Shape;1875;p29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29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7" name="Google Shape;1877;p29"/>
          <p:cNvGrpSpPr/>
          <p:nvPr/>
        </p:nvGrpSpPr>
        <p:grpSpPr>
          <a:xfrm>
            <a:off x="7614013" y="1356675"/>
            <a:ext cx="130200" cy="126125"/>
            <a:chOff x="3935725" y="167575"/>
            <a:chExt cx="130200" cy="126125"/>
          </a:xfrm>
        </p:grpSpPr>
        <p:sp>
          <p:nvSpPr>
            <p:cNvPr id="1878" name="Google Shape;1878;p29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79" name="Google Shape;1879;p29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880" name="Google Shape;1880;p29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pic>
        <p:nvPicPr>
          <p:cNvPr id="1881" name="Google Shape;18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225" y="821800"/>
            <a:ext cx="2400075" cy="196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825" y="1034450"/>
            <a:ext cx="1747275" cy="153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rrow png image.png - Wikimedia Commons" id="1883" name="Google Shape;188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6100" y="1538425"/>
            <a:ext cx="1045900" cy="527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8" name="Google Shape;1888;p30"/>
          <p:cNvGrpSpPr/>
          <p:nvPr/>
        </p:nvGrpSpPr>
        <p:grpSpPr>
          <a:xfrm>
            <a:off x="4997780" y="1323607"/>
            <a:ext cx="3432984" cy="2496295"/>
            <a:chOff x="331763" y="414153"/>
            <a:chExt cx="6903246" cy="5019697"/>
          </a:xfrm>
        </p:grpSpPr>
        <p:sp>
          <p:nvSpPr>
            <p:cNvPr id="1889" name="Google Shape;1889;p30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2" name="Google Shape;1892;p30"/>
          <p:cNvSpPr txBox="1"/>
          <p:nvPr>
            <p:ph type="title"/>
          </p:nvPr>
        </p:nvSpPr>
        <p:spPr>
          <a:xfrm>
            <a:off x="720000" y="1165800"/>
            <a:ext cx="38520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/>
              <a:t>Aadyaa Srivastava</a:t>
            </a:r>
            <a:endParaRPr sz="2800"/>
          </a:p>
        </p:txBody>
      </p:sp>
      <p:sp>
        <p:nvSpPr>
          <p:cNvPr id="1893" name="Google Shape;1893;p30"/>
          <p:cNvSpPr txBox="1"/>
          <p:nvPr>
            <p:ph idx="1" type="subTitle"/>
          </p:nvPr>
        </p:nvSpPr>
        <p:spPr>
          <a:xfrm>
            <a:off x="652925" y="1831200"/>
            <a:ext cx="4440300" cy="19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I work at the intersection of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data, cloud, and decision-making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, turning complex data into actionable insights. Currently part of Google India’s Data Analytics team (Trust &amp; Safety), where I build applications, dashboards and perform analysis of various types of data.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I’m also passionate about </a:t>
            </a:r>
            <a:r>
              <a:rPr b="1" lang="fr" sz="1100">
                <a:latin typeface="Arial"/>
                <a:ea typeface="Arial"/>
                <a:cs typeface="Arial"/>
                <a:sym typeface="Arial"/>
              </a:rPr>
              <a:t>making tech simple and accessible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, through content, workshops, and community learning.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4" name="Google Shape;1894;p30"/>
          <p:cNvPicPr preferRelativeResize="0"/>
          <p:nvPr/>
        </p:nvPicPr>
        <p:blipFill rotWithShape="1">
          <a:blip r:embed="rId3">
            <a:alphaModFix/>
          </a:blip>
          <a:srcRect b="18003" l="0" r="0" t="20659"/>
          <a:stretch/>
        </p:blipFill>
        <p:spPr>
          <a:xfrm>
            <a:off x="5093225" y="1407900"/>
            <a:ext cx="3242100" cy="19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                     Objectives</a:t>
            </a:r>
            <a:endParaRPr/>
          </a:p>
        </p:txBody>
      </p:sp>
      <p:sp>
        <p:nvSpPr>
          <p:cNvPr id="1900" name="Google Shape;1900;p31"/>
          <p:cNvSpPr txBox="1"/>
          <p:nvPr>
            <p:ph idx="3" type="subTitle"/>
          </p:nvPr>
        </p:nvSpPr>
        <p:spPr>
          <a:xfrm>
            <a:off x="2283650" y="3280300"/>
            <a:ext cx="5334900" cy="12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Understand EDA, perform basic EDA (trends, comparisons)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Choosing the right chart for the right question and c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ombining multiple charts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Converting insights into visuals using Plotly and Seaborn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Create an interactive dashboard: An introduction to Power BI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1"/>
          <p:cNvSpPr txBox="1"/>
          <p:nvPr>
            <p:ph idx="1" type="subTitle"/>
          </p:nvPr>
        </p:nvSpPr>
        <p:spPr>
          <a:xfrm>
            <a:off x="1711100" y="1624275"/>
            <a:ext cx="2795700" cy="10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What is data visualization?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Why do we need it?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Data vs insight (table vs chart)</a:t>
            </a:r>
            <a:endParaRPr/>
          </a:p>
        </p:txBody>
      </p:sp>
      <p:sp>
        <p:nvSpPr>
          <p:cNvPr id="1902" name="Google Shape;1902;p31"/>
          <p:cNvSpPr txBox="1"/>
          <p:nvPr>
            <p:ph idx="2" type="subTitle"/>
          </p:nvPr>
        </p:nvSpPr>
        <p:spPr>
          <a:xfrm>
            <a:off x="5482625" y="1530975"/>
            <a:ext cx="2570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Understanding Data analysis with real world examples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Understanding tools, Python, and its libraries and popularity.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31"/>
          <p:cNvSpPr txBox="1"/>
          <p:nvPr>
            <p:ph idx="5" type="title"/>
          </p:nvPr>
        </p:nvSpPr>
        <p:spPr>
          <a:xfrm>
            <a:off x="901087" y="1256675"/>
            <a:ext cx="8205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1904" name="Google Shape;1904;p31"/>
          <p:cNvSpPr txBox="1"/>
          <p:nvPr>
            <p:ph idx="7" type="title"/>
          </p:nvPr>
        </p:nvSpPr>
        <p:spPr>
          <a:xfrm>
            <a:off x="4719636" y="1256675"/>
            <a:ext cx="8205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sp>
        <p:nvSpPr>
          <p:cNvPr id="1905" name="Google Shape;1905;p31"/>
          <p:cNvSpPr txBox="1"/>
          <p:nvPr>
            <p:ph idx="6" type="title"/>
          </p:nvPr>
        </p:nvSpPr>
        <p:spPr>
          <a:xfrm>
            <a:off x="3241462" y="2702477"/>
            <a:ext cx="8205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sp>
        <p:nvSpPr>
          <p:cNvPr id="1906" name="Google Shape;1906;p31"/>
          <p:cNvSpPr txBox="1"/>
          <p:nvPr>
            <p:ph idx="9" type="subTitle"/>
          </p:nvPr>
        </p:nvSpPr>
        <p:spPr>
          <a:xfrm>
            <a:off x="1823888" y="1109275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lang="fr" sz="1700">
                <a:latin typeface="Arial"/>
                <a:ea typeface="Arial"/>
                <a:cs typeface="Arial"/>
                <a:sym typeface="Arial"/>
              </a:rPr>
              <a:t>Understanding Data Visualization</a:t>
            </a:r>
            <a:endParaRPr/>
          </a:p>
        </p:txBody>
      </p:sp>
      <p:sp>
        <p:nvSpPr>
          <p:cNvPr id="1907" name="Google Shape;1907;p31"/>
          <p:cNvSpPr txBox="1"/>
          <p:nvPr>
            <p:ph idx="13" type="subTitle"/>
          </p:nvPr>
        </p:nvSpPr>
        <p:spPr>
          <a:xfrm>
            <a:off x="5607938" y="906950"/>
            <a:ext cx="25701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latin typeface="Arial"/>
                <a:ea typeface="Arial"/>
                <a:cs typeface="Arial"/>
                <a:sym typeface="Arial"/>
              </a:rPr>
              <a:t>Data Journey &amp; Toolkit</a:t>
            </a:r>
            <a:endParaRPr/>
          </a:p>
        </p:txBody>
      </p:sp>
      <p:sp>
        <p:nvSpPr>
          <p:cNvPr id="1908" name="Google Shape;1908;p31"/>
          <p:cNvSpPr txBox="1"/>
          <p:nvPr>
            <p:ph idx="14" type="subTitle"/>
          </p:nvPr>
        </p:nvSpPr>
        <p:spPr>
          <a:xfrm>
            <a:off x="4176871" y="2511075"/>
            <a:ext cx="1788900" cy="8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Live Demo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32"/>
          <p:cNvSpPr txBox="1"/>
          <p:nvPr>
            <p:ph type="title"/>
          </p:nvPr>
        </p:nvSpPr>
        <p:spPr>
          <a:xfrm>
            <a:off x="1860275" y="2457325"/>
            <a:ext cx="5838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" sz="2700">
                <a:latin typeface="Arial"/>
                <a:ea typeface="Arial"/>
                <a:cs typeface="Arial"/>
                <a:sym typeface="Arial"/>
              </a:rPr>
              <a:t>Understanding Data Visualization</a:t>
            </a:r>
            <a:endParaRPr sz="6000"/>
          </a:p>
        </p:txBody>
      </p:sp>
      <p:sp>
        <p:nvSpPr>
          <p:cNvPr id="1914" name="Google Shape;1914;p32"/>
          <p:cNvSpPr txBox="1"/>
          <p:nvPr>
            <p:ph idx="2" type="title"/>
          </p:nvPr>
        </p:nvSpPr>
        <p:spPr>
          <a:xfrm>
            <a:off x="3671650" y="1453975"/>
            <a:ext cx="1702500" cy="10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grpSp>
        <p:nvGrpSpPr>
          <p:cNvPr id="1915" name="Google Shape;1915;p32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16" name="Google Shape;1916;p32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17" name="Google Shape;1917;p32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18" name="Google Shape;1918;p32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19" name="Google Shape;1919;p32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20" name="Google Shape;1920;p32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32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32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32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32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32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32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2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2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2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33"/>
          <p:cNvSpPr txBox="1"/>
          <p:nvPr>
            <p:ph type="title"/>
          </p:nvPr>
        </p:nvSpPr>
        <p:spPr>
          <a:xfrm>
            <a:off x="1500100" y="729950"/>
            <a:ext cx="59562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Understanding the Problem</a:t>
            </a:r>
            <a:r>
              <a:rPr lang="fr"/>
              <a:t>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33"/>
          <p:cNvSpPr txBox="1"/>
          <p:nvPr>
            <p:ph idx="1" type="subTitle"/>
          </p:nvPr>
        </p:nvSpPr>
        <p:spPr>
          <a:xfrm>
            <a:off x="1150000" y="2340750"/>
            <a:ext cx="7177800" cy="19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latin typeface="Lexend"/>
                <a:ea typeface="Lexend"/>
                <a:cs typeface="Lexend"/>
                <a:sym typeface="Lexend"/>
              </a:rPr>
              <a:t>You’ve just joined an organization as a Data Analyst</a:t>
            </a:r>
            <a:endParaRPr b="1"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Lexend"/>
                <a:ea typeface="Lexend"/>
                <a:cs typeface="Lexend"/>
                <a:sym typeface="Lexend"/>
              </a:rPr>
              <a:t>You’re given restaurant </a:t>
            </a:r>
            <a:r>
              <a:rPr b="1" lang="fr" sz="11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data</a:t>
            </a:r>
            <a:r>
              <a:rPr b="1" lang="fr" sz="1100">
                <a:latin typeface="Lexend"/>
                <a:ea typeface="Lexend"/>
                <a:cs typeface="Lexend"/>
                <a:sym typeface="Lexend"/>
              </a:rPr>
              <a:t> (bills, tips, customer details)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000">
                <a:latin typeface="Lexend"/>
                <a:ea typeface="Lexend"/>
                <a:cs typeface="Lexend"/>
                <a:sym typeface="Lexend"/>
              </a:rPr>
              <a:t>Your manager asks: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Lexend"/>
              <a:buChar char="●"/>
            </a:pPr>
            <a:r>
              <a:rPr b="1" lang="fr" sz="1000">
                <a:latin typeface="Lexend"/>
                <a:ea typeface="Lexend"/>
                <a:cs typeface="Lexend"/>
                <a:sym typeface="Lexend"/>
              </a:rPr>
              <a:t>Which day generates the highest revenue?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exend"/>
              <a:buChar char="●"/>
            </a:pPr>
            <a:r>
              <a:rPr b="1" lang="fr" sz="1000">
                <a:latin typeface="Lexend"/>
                <a:ea typeface="Lexend"/>
                <a:cs typeface="Lexend"/>
                <a:sym typeface="Lexend"/>
              </a:rPr>
              <a:t>What are the peak dining hours (Lunch vs Dinner)?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exend"/>
              <a:buChar char="●"/>
            </a:pPr>
            <a:r>
              <a:rPr b="1" lang="fr" sz="1000">
                <a:latin typeface="Lexend"/>
                <a:ea typeface="Lexend"/>
                <a:cs typeface="Lexend"/>
                <a:sym typeface="Lexend"/>
              </a:rPr>
              <a:t>What factors influence higher tips?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Lexend"/>
              <a:buChar char="●"/>
            </a:pPr>
            <a:r>
              <a:rPr b="1" lang="fr" sz="1000">
                <a:latin typeface="Lexend"/>
                <a:ea typeface="Lexend"/>
                <a:cs typeface="Lexend"/>
                <a:sym typeface="Lexend"/>
              </a:rPr>
              <a:t>What is the average response time for our orders?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6" name="Google Shape;1936;p33"/>
          <p:cNvGrpSpPr/>
          <p:nvPr/>
        </p:nvGrpSpPr>
        <p:grpSpPr>
          <a:xfrm flipH="1">
            <a:off x="873805" y="3739416"/>
            <a:ext cx="101875" cy="134875"/>
            <a:chOff x="3928495" y="333391"/>
            <a:chExt cx="101875" cy="134875"/>
          </a:xfrm>
        </p:grpSpPr>
        <p:grpSp>
          <p:nvGrpSpPr>
            <p:cNvPr id="1937" name="Google Shape;1937;p3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938" name="Google Shape;1938;p3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3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0" name="Google Shape;1940;p3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941" name="Google Shape;1941;p3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3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3" name="Google Shape;1943;p3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944" name="Google Shape;1944;p3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5" name="Google Shape;1945;p3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6" name="Google Shape;1946;p33"/>
          <p:cNvGrpSpPr/>
          <p:nvPr/>
        </p:nvGrpSpPr>
        <p:grpSpPr>
          <a:xfrm flipH="1">
            <a:off x="1150007" y="4233750"/>
            <a:ext cx="449076" cy="119073"/>
            <a:chOff x="7108302" y="2550931"/>
            <a:chExt cx="281323" cy="74593"/>
          </a:xfrm>
        </p:grpSpPr>
        <p:sp>
          <p:nvSpPr>
            <p:cNvPr id="1947" name="Google Shape;1947;p33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33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33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33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33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33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3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33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33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33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7" name="Google Shape;1957;p33"/>
          <p:cNvGrpSpPr/>
          <p:nvPr/>
        </p:nvGrpSpPr>
        <p:grpSpPr>
          <a:xfrm flipH="1">
            <a:off x="1500100" y="953913"/>
            <a:ext cx="130200" cy="126125"/>
            <a:chOff x="3935725" y="167575"/>
            <a:chExt cx="130200" cy="126125"/>
          </a:xfrm>
        </p:grpSpPr>
        <p:sp>
          <p:nvSpPr>
            <p:cNvPr id="1958" name="Google Shape;1958;p3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59" name="Google Shape;1959;p3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60" name="Google Shape;1960;p3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34"/>
          <p:cNvSpPr txBox="1"/>
          <p:nvPr>
            <p:ph type="title"/>
          </p:nvPr>
        </p:nvSpPr>
        <p:spPr>
          <a:xfrm>
            <a:off x="1737325" y="2348100"/>
            <a:ext cx="5838000" cy="91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" sz="2700">
                <a:latin typeface="Arial"/>
                <a:ea typeface="Arial"/>
                <a:cs typeface="Arial"/>
                <a:sym typeface="Arial"/>
              </a:rPr>
              <a:t>Data Journey and Toolkit 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34"/>
          <p:cNvSpPr txBox="1"/>
          <p:nvPr>
            <p:ph idx="2" type="title"/>
          </p:nvPr>
        </p:nvSpPr>
        <p:spPr>
          <a:xfrm>
            <a:off x="3720750" y="1372150"/>
            <a:ext cx="1702500" cy="10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grpSp>
        <p:nvGrpSpPr>
          <p:cNvPr id="1967" name="Google Shape;1967;p34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1968" name="Google Shape;1968;p34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69" name="Google Shape;1969;p34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970" name="Google Shape;1970;p34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971" name="Google Shape;1971;p34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1972" name="Google Shape;1972;p34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34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34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34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34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34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34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34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34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4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35"/>
          <p:cNvSpPr txBox="1"/>
          <p:nvPr>
            <p:ph type="title"/>
          </p:nvPr>
        </p:nvSpPr>
        <p:spPr>
          <a:xfrm>
            <a:off x="356475" y="1796600"/>
            <a:ext cx="24222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Journey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of 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Data</a:t>
            </a:r>
            <a:endParaRPr sz="2500"/>
          </a:p>
        </p:txBody>
      </p:sp>
      <p:pic>
        <p:nvPicPr>
          <p:cNvPr id="1987" name="Google Shape;1987;p35" title="Gemini_Generated_Image_tvlly2tvlly2tvll (1).png"/>
          <p:cNvPicPr preferRelativeResize="0"/>
          <p:nvPr/>
        </p:nvPicPr>
        <p:blipFill rotWithShape="1">
          <a:blip r:embed="rId3">
            <a:alphaModFix/>
          </a:blip>
          <a:srcRect b="0" l="17951" r="17983" t="7961"/>
          <a:stretch/>
        </p:blipFill>
        <p:spPr>
          <a:xfrm>
            <a:off x="3166025" y="661125"/>
            <a:ext cx="5370651" cy="364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36"/>
          <p:cNvSpPr txBox="1"/>
          <p:nvPr>
            <p:ph type="title"/>
          </p:nvPr>
        </p:nvSpPr>
        <p:spPr>
          <a:xfrm>
            <a:off x="695250" y="577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Why are we using</a:t>
            </a:r>
            <a:r>
              <a:rPr lang="fr"/>
              <a:t>?</a:t>
            </a:r>
            <a:endParaRPr/>
          </a:p>
        </p:txBody>
      </p:sp>
      <p:sp>
        <p:nvSpPr>
          <p:cNvPr id="1993" name="Google Shape;1993;p36"/>
          <p:cNvSpPr txBox="1"/>
          <p:nvPr>
            <p:ph idx="1" type="subTitle"/>
          </p:nvPr>
        </p:nvSpPr>
        <p:spPr>
          <a:xfrm>
            <a:off x="507350" y="1951175"/>
            <a:ext cx="2613900" cy="22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Serves as the core programming language connecting data processing and visualization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Allows seamless integration of libraries for end-to-end data workflows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36"/>
          <p:cNvSpPr txBox="1"/>
          <p:nvPr>
            <p:ph idx="2" type="subTitle"/>
          </p:nvPr>
        </p:nvSpPr>
        <p:spPr>
          <a:xfrm>
            <a:off x="3406600" y="1951175"/>
            <a:ext cx="24354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Works with arrays and numerical data at a low level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Enables fast mathematical operations that support data transformations before plotting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36"/>
          <p:cNvSpPr txBox="1"/>
          <p:nvPr>
            <p:ph idx="3" type="subTitle"/>
          </p:nvPr>
        </p:nvSpPr>
        <p:spPr>
          <a:xfrm>
            <a:off x="6127350" y="1951175"/>
            <a:ext cx="24936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Works with data in rows and columns using DataFrames (tabular structure)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"/>
              <a:t>Used to filter, group, and reshape data into the exact format needed for visualization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36"/>
          <p:cNvSpPr txBox="1"/>
          <p:nvPr>
            <p:ph idx="5" type="subTitle"/>
          </p:nvPr>
        </p:nvSpPr>
        <p:spPr>
          <a:xfrm>
            <a:off x="3371572" y="150057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NumPy</a:t>
            </a:r>
            <a:endParaRPr/>
          </a:p>
        </p:txBody>
      </p:sp>
      <p:pic>
        <p:nvPicPr>
          <p:cNvPr id="1997" name="Google Shape;19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5374" y="1181674"/>
            <a:ext cx="1142787" cy="8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236" y="1181675"/>
            <a:ext cx="1052089" cy="8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9" name="Google Shape;199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5213" y="1149925"/>
            <a:ext cx="869972" cy="8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37"/>
          <p:cNvSpPr txBox="1"/>
          <p:nvPr>
            <p:ph type="title"/>
          </p:nvPr>
        </p:nvSpPr>
        <p:spPr>
          <a:xfrm>
            <a:off x="2357875" y="496750"/>
            <a:ext cx="4681200" cy="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Why are we using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we are using?</a:t>
            </a:r>
            <a:endParaRPr/>
          </a:p>
        </p:txBody>
      </p:sp>
      <p:sp>
        <p:nvSpPr>
          <p:cNvPr id="2005" name="Google Shape;2005;p37"/>
          <p:cNvSpPr txBox="1"/>
          <p:nvPr>
            <p:ph idx="2" type="subTitle"/>
          </p:nvPr>
        </p:nvSpPr>
        <p:spPr>
          <a:xfrm>
            <a:off x="1691950" y="2447200"/>
            <a:ext cx="3003900" cy="16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Uses structured data (DataFrames) to create </a:t>
            </a:r>
            <a:r>
              <a:rPr b="1" lang="fr" sz="1200">
                <a:latin typeface="Arial"/>
                <a:ea typeface="Arial"/>
                <a:cs typeface="Arial"/>
                <a:sym typeface="Arial"/>
              </a:rPr>
              <a:t>statistical visualizations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Ideal for analyzing distributions, trends, and relationships between variables</a:t>
            </a:r>
            <a:endParaRPr sz="1500"/>
          </a:p>
        </p:txBody>
      </p:sp>
      <p:sp>
        <p:nvSpPr>
          <p:cNvPr id="2006" name="Google Shape;2006;p37"/>
          <p:cNvSpPr txBox="1"/>
          <p:nvPr>
            <p:ph idx="3" type="subTitle"/>
          </p:nvPr>
        </p:nvSpPr>
        <p:spPr>
          <a:xfrm>
            <a:off x="4952925" y="2405200"/>
            <a:ext cx="3162300" cy="17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Builds on processed data to create </a:t>
            </a:r>
            <a:r>
              <a:rPr b="1" lang="fr" sz="1200">
                <a:latin typeface="Arial"/>
                <a:ea typeface="Arial"/>
                <a:cs typeface="Arial"/>
                <a:sym typeface="Arial"/>
              </a:rPr>
              <a:t>interactive, multi-dimensional visualizations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fr" sz="1200">
                <a:latin typeface="Arial"/>
                <a:ea typeface="Arial"/>
                <a:cs typeface="Arial"/>
                <a:sym typeface="Arial"/>
              </a:rPr>
              <a:t>Allows users to explore data dynamically through hover, zoom, and filters</a:t>
            </a:r>
            <a:endParaRPr sz="1500"/>
          </a:p>
        </p:txBody>
      </p:sp>
      <p:sp>
        <p:nvSpPr>
          <p:cNvPr id="2007" name="Google Shape;2007;p37"/>
          <p:cNvSpPr txBox="1"/>
          <p:nvPr>
            <p:ph idx="5" type="subTitle"/>
          </p:nvPr>
        </p:nvSpPr>
        <p:spPr>
          <a:xfrm>
            <a:off x="1941397" y="2028613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Seaborn</a:t>
            </a:r>
            <a:endParaRPr/>
          </a:p>
        </p:txBody>
      </p:sp>
      <p:sp>
        <p:nvSpPr>
          <p:cNvPr id="2008" name="Google Shape;2008;p37"/>
          <p:cNvSpPr txBox="1"/>
          <p:nvPr>
            <p:ph idx="6" type="subTitle"/>
          </p:nvPr>
        </p:nvSpPr>
        <p:spPr>
          <a:xfrm>
            <a:off x="5159830" y="19654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Plotly</a:t>
            </a:r>
            <a:endParaRPr/>
          </a:p>
        </p:txBody>
      </p:sp>
      <p:pic>
        <p:nvPicPr>
          <p:cNvPr id="2009" name="Google Shape;200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2425" y="1712300"/>
            <a:ext cx="2175300" cy="71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9225" y="1700107"/>
            <a:ext cx="2249694" cy="7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38"/>
          <p:cNvSpPr txBox="1"/>
          <p:nvPr>
            <p:ph type="title"/>
          </p:nvPr>
        </p:nvSpPr>
        <p:spPr>
          <a:xfrm>
            <a:off x="1653000" y="2440950"/>
            <a:ext cx="5838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" sz="2700">
                <a:latin typeface="Arial"/>
                <a:ea typeface="Arial"/>
                <a:cs typeface="Arial"/>
                <a:sym typeface="Arial"/>
              </a:rPr>
              <a:t>Live Demo</a:t>
            </a:r>
            <a:endParaRPr sz="6000"/>
          </a:p>
        </p:txBody>
      </p:sp>
      <p:sp>
        <p:nvSpPr>
          <p:cNvPr id="2016" name="Google Shape;2016;p38"/>
          <p:cNvSpPr txBox="1"/>
          <p:nvPr>
            <p:ph idx="2" type="title"/>
          </p:nvPr>
        </p:nvSpPr>
        <p:spPr>
          <a:xfrm>
            <a:off x="3720750" y="1411700"/>
            <a:ext cx="1702500" cy="10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grpSp>
        <p:nvGrpSpPr>
          <p:cNvPr id="2017" name="Google Shape;2017;p38"/>
          <p:cNvGrpSpPr/>
          <p:nvPr/>
        </p:nvGrpSpPr>
        <p:grpSpPr>
          <a:xfrm>
            <a:off x="7358250" y="1285575"/>
            <a:ext cx="130200" cy="126125"/>
            <a:chOff x="3935725" y="167575"/>
            <a:chExt cx="130200" cy="126125"/>
          </a:xfrm>
        </p:grpSpPr>
        <p:sp>
          <p:nvSpPr>
            <p:cNvPr id="2018" name="Google Shape;2018;p38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019" name="Google Shape;2019;p38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020" name="Google Shape;2020;p38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021" name="Google Shape;2021;p38"/>
          <p:cNvGrpSpPr/>
          <p:nvPr/>
        </p:nvGrpSpPr>
        <p:grpSpPr>
          <a:xfrm>
            <a:off x="8146817" y="1602437"/>
            <a:ext cx="449076" cy="119073"/>
            <a:chOff x="7108302" y="2550931"/>
            <a:chExt cx="281323" cy="74593"/>
          </a:xfrm>
        </p:grpSpPr>
        <p:sp>
          <p:nvSpPr>
            <p:cNvPr id="2022" name="Google Shape;2022;p38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8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8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8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8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8"/>
            <p:cNvSpPr/>
            <p:nvPr/>
          </p:nvSpPr>
          <p:spPr>
            <a:xfrm>
              <a:off x="7347000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8"/>
            <p:cNvSpPr/>
            <p:nvPr/>
          </p:nvSpPr>
          <p:spPr>
            <a:xfrm>
              <a:off x="7285195" y="2550931"/>
              <a:ext cx="44757" cy="74593"/>
            </a:xfrm>
            <a:custGeom>
              <a:rect b="b" l="l" r="r" t="t"/>
              <a:pathLst>
                <a:path extrusionOk="0" h="35" w="21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8"/>
            <p:cNvSpPr/>
            <p:nvPr/>
          </p:nvSpPr>
          <p:spPr>
            <a:xfrm>
              <a:off x="7227651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8"/>
            <p:cNvSpPr/>
            <p:nvPr/>
          </p:nvSpPr>
          <p:spPr>
            <a:xfrm>
              <a:off x="7170108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8"/>
            <p:cNvSpPr/>
            <p:nvPr/>
          </p:nvSpPr>
          <p:spPr>
            <a:xfrm>
              <a:off x="7108302" y="2550931"/>
              <a:ext cx="42625" cy="74593"/>
            </a:xfrm>
            <a:custGeom>
              <a:rect b="b" l="l" r="r" t="t"/>
              <a:pathLst>
                <a:path extrusionOk="0" h="35" w="2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39"/>
          <p:cNvSpPr txBox="1"/>
          <p:nvPr>
            <p:ph type="title"/>
          </p:nvPr>
        </p:nvSpPr>
        <p:spPr>
          <a:xfrm>
            <a:off x="1696000" y="345150"/>
            <a:ext cx="52023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Live Demo Setup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39"/>
          <p:cNvSpPr txBox="1"/>
          <p:nvPr>
            <p:ph idx="1" type="subTitle"/>
          </p:nvPr>
        </p:nvSpPr>
        <p:spPr>
          <a:xfrm>
            <a:off x="224225" y="1429650"/>
            <a:ext cx="4026000" cy="32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We’ll be using Google Colab for today’s session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No setup required as everything runs in your browser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There is also a GitHub repo that has all the details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Get Started: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Open the Colab notebook (link below)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>
                <a:latin typeface="Arial"/>
                <a:ea typeface="Arial"/>
                <a:cs typeface="Arial"/>
                <a:sym typeface="Arial"/>
              </a:rPr>
              <a:t>Follow along step by step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latin typeface="Arial"/>
                <a:ea typeface="Arial"/>
                <a:cs typeface="Arial"/>
                <a:sym typeface="Arial"/>
              </a:rPr>
              <a:t>Resources: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 Repository Link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f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Colab Notebook Link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8" name="Google Shape;2038;p39" title="TMU DEMO GOOGLE COLLA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5575" y="1325650"/>
            <a:ext cx="2898476" cy="28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40"/>
          <p:cNvSpPr txBox="1"/>
          <p:nvPr>
            <p:ph type="title"/>
          </p:nvPr>
        </p:nvSpPr>
        <p:spPr>
          <a:xfrm>
            <a:off x="369125" y="3341225"/>
            <a:ext cx="5898300" cy="7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Scan this QR to get the link for GitHub repo containing live demo code</a:t>
            </a:r>
            <a:endParaRPr sz="1200"/>
          </a:p>
        </p:txBody>
      </p:sp>
      <p:pic>
        <p:nvPicPr>
          <p:cNvPr descr="ᱨᱮᱫ:GitHub Mark.png - ᱣᱤᱠᱤᱯᱤᱰᱤᱭᱟ" id="2044" name="Google Shape;20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100" y="1319425"/>
            <a:ext cx="1809997" cy="176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40" title="Screenshot 2026-04-16 at 10.57.4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376" y="571550"/>
            <a:ext cx="2941040" cy="30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41"/>
          <p:cNvSpPr txBox="1"/>
          <p:nvPr>
            <p:ph type="title"/>
          </p:nvPr>
        </p:nvSpPr>
        <p:spPr>
          <a:xfrm>
            <a:off x="1311575" y="1911650"/>
            <a:ext cx="6763800" cy="7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From Analysis → Business Use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 to PowerBI</a:t>
            </a:r>
            <a:endParaRPr/>
          </a:p>
        </p:txBody>
      </p:sp>
      <p:sp>
        <p:nvSpPr>
          <p:cNvPr id="2056" name="Google Shape;2056;p42"/>
          <p:cNvSpPr txBox="1"/>
          <p:nvPr>
            <p:ph idx="1" type="subTitle"/>
          </p:nvPr>
        </p:nvSpPr>
        <p:spPr>
          <a:xfrm>
            <a:off x="587325" y="1531288"/>
            <a:ext cx="5455800" cy="24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What we learnt today using Python is how data analysis actually happens  we cleaned the data, asked the right questions, and built visualizations to understand patterns. But in a real world setting, these insights need to be shared with teams who may not work with code. This is where tools like Microsoft Power BI , </a:t>
            </a:r>
            <a:r>
              <a:rPr lang="fr"/>
              <a:t>Tableau</a:t>
            </a:r>
            <a:r>
              <a:rPr lang="fr"/>
              <a:t> come in, helping convert analysis into interactive dashboards that are easy to explore, understand, and use for decision-making.</a:t>
            </a:r>
            <a:endParaRPr/>
          </a:p>
        </p:txBody>
      </p:sp>
      <p:pic>
        <p:nvPicPr>
          <p:cNvPr id="2057" name="Google Shape;2057;p42"/>
          <p:cNvPicPr preferRelativeResize="0"/>
          <p:nvPr/>
        </p:nvPicPr>
        <p:blipFill rotWithShape="1">
          <a:blip r:embed="rId3">
            <a:alphaModFix/>
          </a:blip>
          <a:srcRect b="2306" l="1874" r="61957" t="53510"/>
          <a:stretch/>
        </p:blipFill>
        <p:spPr>
          <a:xfrm>
            <a:off x="6043125" y="1838350"/>
            <a:ext cx="2676874" cy="18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p43"/>
          <p:cNvSpPr txBox="1"/>
          <p:nvPr>
            <p:ph type="title"/>
          </p:nvPr>
        </p:nvSpPr>
        <p:spPr>
          <a:xfrm>
            <a:off x="1284000" y="1601548"/>
            <a:ext cx="6576000" cy="11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Thankyou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44"/>
          <p:cNvSpPr txBox="1"/>
          <p:nvPr>
            <p:ph type="title"/>
          </p:nvPr>
        </p:nvSpPr>
        <p:spPr>
          <a:xfrm>
            <a:off x="793025" y="944125"/>
            <a:ext cx="38805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Connect with Me</a:t>
            </a:r>
            <a:endParaRPr/>
          </a:p>
        </p:txBody>
      </p:sp>
      <p:sp>
        <p:nvSpPr>
          <p:cNvPr id="2068" name="Google Shape;2068;p44"/>
          <p:cNvSpPr txBox="1"/>
          <p:nvPr>
            <p:ph idx="1" type="subTitle"/>
          </p:nvPr>
        </p:nvSpPr>
        <p:spPr>
          <a:xfrm>
            <a:off x="793025" y="1947800"/>
            <a:ext cx="4431600" cy="25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LinkedIn    </a:t>
            </a:r>
            <a:r>
              <a:rPr b="1" lang="fr" sz="1000" u="sng">
                <a:solidFill>
                  <a:schemeClr val="hlink"/>
                </a:solidFill>
                <a:hlinkClick r:id="rId3"/>
              </a:rPr>
              <a:t>https://www.linkedin.com/in/aadyaa-srivastava-a722a1184</a:t>
            </a:r>
            <a:br>
              <a:rPr b="1" lang="fr" sz="1000"/>
            </a:b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X (Twitter):</a:t>
            </a:r>
            <a:br>
              <a:rPr b="1" lang="fr"/>
            </a:br>
            <a:r>
              <a:rPr b="1" lang="fr" sz="1000" u="sng">
                <a:solidFill>
                  <a:schemeClr val="hlink"/>
                </a:solidFill>
                <a:hlinkClick r:id="rId4"/>
              </a:rPr>
              <a:t>https://x.com/Aadyaasrivasta1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GitHub</a:t>
            </a:r>
            <a:br>
              <a:rPr b="1" lang="fr"/>
            </a:br>
            <a:r>
              <a:rPr b="1" lang="fr" sz="1000" u="sng">
                <a:solidFill>
                  <a:schemeClr val="hlink"/>
                </a:solidFill>
                <a:hlinkClick r:id="rId5"/>
              </a:rPr>
              <a:t>https://github.com/aadyaasrivastava18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Topmate </a:t>
            </a:r>
            <a:br>
              <a:rPr b="1" lang="fr"/>
            </a:br>
            <a:r>
              <a:rPr b="1" lang="fr" sz="1000" u="sng">
                <a:solidFill>
                  <a:schemeClr val="hlink"/>
                </a:solidFill>
                <a:hlinkClick r:id="rId6"/>
              </a:rPr>
              <a:t>https://topmate.io/aadyaasrivastava</a:t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2069" name="Google Shape;2069;p44" title="WhatsApp Image 2026-04-16 at 10.24.41 PM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4625" y="764463"/>
            <a:ext cx="3614575" cy="36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sis Workshop by Slidesgo">
  <a:themeElements>
    <a:clrScheme name="Simple Light">
      <a:dk1>
        <a:srgbClr val="FFFFFF"/>
      </a:dk1>
      <a:lt1>
        <a:srgbClr val="005F71"/>
      </a:lt1>
      <a:dk2>
        <a:srgbClr val="010318"/>
      </a:dk2>
      <a:lt2>
        <a:srgbClr val="00FFFD"/>
      </a:lt2>
      <a:accent1>
        <a:srgbClr val="00CDAB"/>
      </a:accent1>
      <a:accent2>
        <a:srgbClr val="02867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